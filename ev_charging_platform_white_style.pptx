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0" cy="548640"/>
          </a:xfrm>
          <a:prstGeom prst="rect">
            <a:avLst>
              <a:gd name="adj" fmla="val 833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中国南方电网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SOUTHERN POWER GRID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广东省电动汽车充电设施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智能服务平台建设与实践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3657600" cy="73152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南方电网广东电网公司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1737360"/>
            <a:ext cx="54864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建设背景与目标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政策驱动与平台定位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2743200"/>
            <a:ext cx="54864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平台架构与核心功能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技术架构与四大核心能力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69848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3749040"/>
            <a:ext cx="54864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建设实践与成效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案例实践与运营数据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0698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46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45920" y="4754880"/>
            <a:ext cx="54864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未来展望与生态合作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发展规划与合作伙伴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建设背景与目标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0" cy="14173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300万辆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2024年广东省新能源汽车保有量突破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80160"/>
            <a:ext cx="548640" cy="14173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分散异构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1920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充电设施互联互通痛点突出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26080"/>
            <a:ext cx="548640" cy="14173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1031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3566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国家与广东省专项规划驱动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926080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926080"/>
            <a:ext cx="548640" cy="14173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8096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央企使命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0960" y="3566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南方电网承担先行示范职责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平台建设目标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5603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256032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全省充电设施"一张网"统一管理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280160"/>
            <a:ext cx="256032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数据打通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运营商、电网、车主、政府多方数据互通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280160"/>
            <a:ext cx="25603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280160"/>
            <a:ext cx="256032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提升充电效率、降低运营成本、保障电网安全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1280160"/>
            <a:ext cx="25603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280160"/>
            <a:ext cx="256032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300万+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23544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服务车辆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生态支撑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支撑新型电力系统与绿色出行生态建设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平台总体定位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2560320"/>
            <a:ext cx="1645920" cy="1645920"/>
          </a:xfrm>
          <a:prstGeom prst="ellipse">
            <a:avLst/>
          </a:prstGeom>
          <a:solidFill>
            <a:srgbClr val="0F4C81"/>
          </a:solidFill>
          <a:ln w="25400">
            <a:solidFill>
              <a:srgbClr val="2A6F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智能服务平台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3383280"/>
            <a:ext cx="914400" cy="9144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371600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面向政府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监管决策工具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3383280"/>
            <a:ext cx="914400" cy="9144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743200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F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F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面向运营商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3383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运维赋能平台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383280"/>
            <a:ext cx="914400" cy="9144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4114800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4526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面向车主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4754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一站式服务入口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3383280"/>
            <a:ext cx="914400" cy="91440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2743200"/>
            <a:ext cx="1097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0312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面向电网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383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负荷灵活调度节点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平台架构与核心功能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整体技术架构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645920" cy="77724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691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监控调度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16916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政府监管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468880"/>
            <a:ext cx="1645920" cy="777240"/>
          </a:xfrm>
          <a:prstGeom prst="rect">
            <a:avLst/>
          </a:prstGeom>
          <a:solidFill>
            <a:srgbClr val="2A6F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26060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26060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6F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606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开放接口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383280"/>
            <a:ext cx="106984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383280"/>
            <a:ext cx="164592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60320" y="35204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5G/4G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5204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物联专网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35204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0" y="35204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安全传输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4297680"/>
            <a:ext cx="10698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297680"/>
            <a:ext cx="164592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526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60320" y="44348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4434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44348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434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车联网终端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49440" y="44348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4434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144000" y="443484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4434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智能电表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核心功能一：智能监控与运维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实时告警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7×24小时监控，异常实时推送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554480"/>
            <a:ext cx="640080" cy="64008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远程诊断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远程检测设备状态，快速定位故障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017520"/>
            <a:ext cx="640080" cy="64008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AI预测故障，提前干预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017520"/>
            <a:ext cx="640080" cy="64008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自动派单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智能工单分配，提升响应效率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运维效率提升50%：充电桩健康度画像、智能派单、故障预警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核心功能二：负荷调度与V2G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11680"/>
            <a:ext cx="1463040" cy="1097280"/>
          </a:xfrm>
          <a:prstGeom prst="ellipse">
            <a:avLst/>
          </a:prstGeom>
          <a:solidFill>
            <a:srgbClr val="0F4C81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电网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55448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6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充电站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457200" cy="640080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194560"/>
            <a:ext cx="457200" cy="640080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194560"/>
            <a:ext cx="457200" cy="640080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011680"/>
            <a:ext cx="1463040" cy="109728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🚙 EV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4C81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7D32"/>
                </a:solidFill>
              </a:rPr>
              <a:t>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51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动态电价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基于电网负荷的价格引导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251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有序充电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480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错峰充电，平衡电网负荷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51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V2G车网互动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车辆放电参与电网调节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42062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4251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需求响应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4480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参与电网调峰服务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核心功能三：用户服务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6304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一键找桩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精准推荐、空闲提示、导航直达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6304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在线支付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多渠道支付、账单管理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46304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26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充电预约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预约充电、优先保障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92608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116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充电报告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充电记录、能耗分析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2743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92608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6692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碳积分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绿色出行激励计划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74320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2926080"/>
            <a:ext cx="822960" cy="822960"/>
          </a:xfrm>
          <a:prstGeom prst="ellipse">
            <a:avLst/>
          </a:prstGeom>
          <a:solidFill>
            <a:srgbClr val="0F4C81">
              <a:alpha val="85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32688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充电进度、异常提醒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核心功能四：政府监管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3832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383280" cy="54864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设施统计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桩数统计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电量分析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利用率监测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区域分布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3832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280160"/>
            <a:ext cx="3383280" cy="54864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补贴管理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申报入口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自动审核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29184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资金拨付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9319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审计追溯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1280160"/>
            <a:ext cx="33832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280160"/>
            <a:ext cx="3383280" cy="54864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安全监管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0" y="201168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设备合规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265176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数据上报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329184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隐患排查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39319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告警联动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平台特色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383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383280" cy="64008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电网、车企、运营商数据打通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打破数据孤岛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383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3383280" cy="64008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AI智能预测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充电行为预测，负荷曲线精度&gt;90%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28346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准确率90%+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383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280160"/>
            <a:ext cx="3383280" cy="64008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跨区域互联互通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全省通充通付，一站式服务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926080"/>
            <a:ext cx="283464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建设实践与成效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重点实践案例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383280" cy="82296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城市级充电网示范区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383280"/>
            <a:ext cx="246888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3832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54480"/>
            <a:ext cx="3383280" cy="82296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超充站网络建设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246888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3832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554480"/>
            <a:ext cx="3383280" cy="82296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数据直连广东省能源局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3383280"/>
            <a:ext cx="246888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429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关键技术创新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3832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463040"/>
            <a:ext cx="1188720" cy="1188720"/>
          </a:xfrm>
          <a:prstGeom prst="ellipse">
            <a:avLst/>
          </a:prstGeom>
          <a:solidFill>
            <a:srgbClr val="0F4C81">
              <a:alpha val="9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463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AI充电行为预测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基于机器学习预测充电需求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283464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22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高峰负荷降低15%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3832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463040"/>
            <a:ext cx="1188720" cy="1188720"/>
          </a:xfrm>
          <a:prstGeom prst="ellipse">
            <a:avLst/>
          </a:prstGeom>
          <a:solidFill>
            <a:srgbClr val="0F4C81">
              <a:alpha val="9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463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🔹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891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桩端智能决策，减少云端延迟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794760"/>
            <a:ext cx="283464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822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响应时延&lt;100ms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280160"/>
            <a:ext cx="338328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463040"/>
            <a:ext cx="1188720" cy="1188720"/>
          </a:xfrm>
          <a:prstGeom prst="ellipse">
            <a:avLst/>
          </a:prstGeom>
          <a:solidFill>
            <a:srgbClr val="0F4C81">
              <a:alpha val="9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463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0467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充电站虚拟仿真与优化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3794760"/>
            <a:ext cx="283464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822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运营效率提升30%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运营核心数据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246888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接入充电桩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1828800" cy="118872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XX万根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468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280160"/>
            <a:ext cx="246888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累计服务车主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1920240"/>
            <a:ext cx="1828800" cy="118872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XX万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947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468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80160"/>
            <a:ext cx="246888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平台可用率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1920240"/>
            <a:ext cx="1828800" cy="118872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≥99.9%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379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280160"/>
            <a:ext cx="24688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1280160"/>
            <a:ext cx="2468880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日均交易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81160" y="1920240"/>
            <a:ext cx="1828800" cy="118872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XX万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2811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低碳与经济效益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3832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417320"/>
            <a:ext cx="1188720" cy="1188720"/>
          </a:xfrm>
          <a:prstGeom prst="ellipse">
            <a:avLst/>
          </a:prstGeom>
          <a:solidFill>
            <a:srgbClr val="2E7D32">
              <a:alpha val="80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4173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碳减排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累计减少碳排放XX万吨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3832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417320"/>
            <a:ext cx="1188720" cy="1188720"/>
          </a:xfrm>
          <a:prstGeom prst="ellipse">
            <a:avLst/>
          </a:prstGeom>
          <a:solidFill>
            <a:srgbClr val="0F4C81">
              <a:alpha val="80000"/>
            </a:srgbClr>
          </a:solidFill>
          <a:ln w="254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173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运营商运维成本降低20%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38328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6F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1417320"/>
            <a:ext cx="1188720" cy="1188720"/>
          </a:xfrm>
          <a:prstGeom prst="ellipse">
            <a:avLst/>
          </a:prstGeom>
          <a:solidFill>
            <a:srgbClr val="2A6FAD">
              <a:alpha val="80000"/>
            </a:srgbClr>
          </a:solidFill>
          <a:ln w="25400">
            <a:solidFill>
              <a:srgbClr val="2A6F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4173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6F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产业增收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带动充电产业生态发展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社会影响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缓解"充电焦虑"，提升用户满意度；促进新能源汽车推广，广东渗透率持续提升；获评"智慧能源典型案例"等荣誉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未来展望与生态合作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合作生态图谱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03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828800" cy="11887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南方充电 · 特来电 · 星星充电 · 国家电网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03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828800" cy="11887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 · 广汽 · 小鹏 · 蔚来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5303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26080"/>
            <a:ext cx="1828800" cy="11887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广东省能源局 · 各地市发改委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5303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926080"/>
            <a:ext cx="1828800" cy="118872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技术伙伴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 · 阿里云 · 腾讯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未来展望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63040"/>
            <a:ext cx="914400" cy="914400"/>
          </a:xfrm>
          <a:prstGeom prst="ellipse">
            <a:avLst/>
          </a:prstGeom>
          <a:solidFill>
            <a:srgbClr val="0F4C81">
              <a:alpha val="85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V2G商业化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车网互动规模化应用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463040"/>
            <a:ext cx="914400" cy="914400"/>
          </a:xfrm>
          <a:prstGeom prst="ellipse">
            <a:avLst/>
          </a:prstGeom>
          <a:solidFill>
            <a:srgbClr val="0F4C81">
              <a:alpha val="85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8096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虚拟电厂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充电站+共享储能+聚合调度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5303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926080"/>
            <a:ext cx="914400" cy="914400"/>
          </a:xfrm>
          <a:prstGeom prst="ellipse">
            <a:avLst/>
          </a:prstGeom>
          <a:solidFill>
            <a:srgbClr val="0F4C81">
              <a:alpha val="85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🌉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0312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大湾区推广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向粤港澳大湾区全面覆盖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5303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926080"/>
            <a:ext cx="914400" cy="914400"/>
          </a:xfrm>
          <a:prstGeom prst="ellipse">
            <a:avLst/>
          </a:prstGeom>
          <a:solidFill>
            <a:srgbClr val="0F4C81">
              <a:alpha val="85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809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新型电力系统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深度融入新型电力系统建设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12188952" cy="109728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114800" y="3291840"/>
            <a:ext cx="3931920" cy="73152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南方电网广东电网公司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2026-05-26T04:07:27Z</dcterms:created>
  <dcterms:modified xsi:type="dcterms:W3CDTF">2026-05-26T04:07:27Z</dcterms:modified>
</cp:coreProperties>
</file>