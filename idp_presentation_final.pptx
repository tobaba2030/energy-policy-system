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2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电网领域科创业务中心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12772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个人数字化AI专项IDP落地执行手册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v4.0 | 核心业务强化版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执行周期：2026年6月 - 2027年1月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3600"/>
              </a:lnSpc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一、执行总览</a:t>
            </a:r>
            <a:endParaRPr lang="en-US" sz="2400" dirty="0"/>
          </a:p>
          <a:p>
            <a:pPr>
              <a:lnSpc>
                <a:spcPts val="3600"/>
              </a:lnSpc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二、AI工具配置</a:t>
            </a:r>
            <a:endParaRPr lang="en-US" sz="2400" dirty="0"/>
          </a:p>
          <a:p>
            <a:pPr>
              <a:lnSpc>
                <a:spcPts val="3600"/>
              </a:lnSpc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三、核心业务场景AI辅助体系</a:t>
            </a:r>
            <a:endParaRPr lang="en-US" sz="2400" dirty="0"/>
          </a:p>
          <a:p>
            <a:pPr>
              <a:lnSpc>
                <a:spcPts val="3600"/>
              </a:lnSpc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四、标书AI辅助系统</a:t>
            </a:r>
            <a:endParaRPr lang="en-US" sz="2400" dirty="0"/>
          </a:p>
          <a:p>
            <a:pPr>
              <a:lnSpc>
                <a:spcPts val="3600"/>
              </a:lnSpc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五、科技项目原型设计与DM开发</a:t>
            </a:r>
            <a:endParaRPr lang="en-US" sz="2400" dirty="0"/>
          </a:p>
          <a:p>
            <a:pPr>
              <a:lnSpc>
                <a:spcPts val="3600"/>
              </a:lnSpc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六、评估与持续改进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一、执行总览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随着AI技术快速发展，大模型在电网领域应用前景广阔。本计划聚焦核心业务场景，打造AI辅助工具矩阵，大幅提升业务效率。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35040" y="1097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总体目标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申报效率整体提升60%以上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建成完整的业务场景AI辅助体系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完成科技项目原型设计与DM开发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全员掌握AI工具应用</a:t>
            </a:r>
            <a:endParaRPr lang="en-US" sz="1600" dirty="0"/>
          </a:p>
        </p:txBody>
      </p:sp>
      <p:pic>
        <p:nvPicPr>
          <p:cNvPr id="7" name="Image 0" descr="c:\AI学习资料\mesheer\idp_charts\idp_chart01_ai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0"/>
            <a:ext cx="10972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时间规划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7295" cy="2286000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时间周期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核心任务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预期成果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阶段一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2026.6-2026.7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AI工具配置+核心业务梳理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完成申报简表、指南、可研模板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阶段二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2026.7-2026.8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AI辅助体系建立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60+提示词模板+业务工具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2026.8-2026.9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科技项目原型开发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原型设计+DM开发初步成果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阶段四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2026.9-2027.1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能力提升与深化应用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标书模板+全面应用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c:\AI学习资料\mesheer\idp_charts\idp_chart03_gan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0"/>
            <a:ext cx="10972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二、AI工具配置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7295" cy="2743200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工具名称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核心用途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优先级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学习成本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 3.5 Sonnet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申报简表、指南、可研撰写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GPT-4o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标书撰写、多模态内容生成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Gamma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PPT自动生成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Notion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知识库管理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★★★☆☆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Cursor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原型开发、代码生成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中高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0233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第1周行动清单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31520" y="45720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周一：AI工具选型与账号注册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周二：核心业务场景梳理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周三：首批提示词模板制作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周四：第一个业务场景AI尝试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周五：团队AI分享会+复盘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三、核心业务场景AI辅助体系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申报简表AI辅助系统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简表自动生成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亮点智能提炼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技术路线设计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26480" y="1097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申报指南AI分析系统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309360" y="164592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指南智能解析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方向智能匹配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材料清单生成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83280" y="3657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可研报告AI辅助系统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566160" y="420624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大纲自动生成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技术方案设计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经济性分析+风险评估</a:t>
            </a:r>
            <a:endParaRPr lang="en-US" sz="1600" dirty="0"/>
          </a:p>
        </p:txBody>
      </p:sp>
      <p:pic>
        <p:nvPicPr>
          <p:cNvPr id="9" name="Image 0" descr="c:\AI学习资料\mesheer\idp_charts\idp_chart06_effici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126480"/>
            <a:ext cx="109728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四、标书AI辅助系统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11535" cy="548640"/>
          </a:xfrm>
          <a:prstGeom prst="rect">
            <a:avLst/>
          </a:prstGeom>
          <a:solidFill>
            <a:srgbClr val="00529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系统定位：为电网科技项目投标提供全流程AI支持，提升标书撰写效率70%以上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77295" cy="2743200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功能模块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实现方式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效率提升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负责人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投标策略分析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AI+历史数据分析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75%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王芳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技术方案生成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模板+知识库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刘洋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商务标撰写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标准化模板+AI填充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陈静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价格策略优化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成本模型+市场分析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赵强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合规自动检查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规则引擎+AI校验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标书排版优化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格式模板+自动化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吴敏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五、科技项目原型设计与DM开发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原型设计效率提升70%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完成DM决策管理平台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形成3-5个可复用原型库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培养2-3个原型设计专家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26480" y="1097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原型设计AI辅助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309360" y="16459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需求智能解析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架构自动生成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原型快速构建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方案比选优化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文档自动生成</a:t>
            </a:r>
            <a:endParaRPr lang="en-US" sz="1600" dirty="0"/>
          </a:p>
        </p:txBody>
      </p:sp>
      <p:pic>
        <p:nvPicPr>
          <p:cNvPr id="7" name="Image 0" descr="c:\AI学习资料\mesheer\idp_charts\idp_chart08_assignment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0"/>
            <a:ext cx="10972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DM决策管理平台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11535" cy="548640"/>
          </a:xfrm>
          <a:prstGeom prst="rect">
            <a:avLst/>
          </a:prstGeom>
          <a:solidFill>
            <a:srgbClr val="00529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平台定位：构建智能化决策支持系统，实现项目全生命周期的科学决策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77295" cy="2286000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功能模块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核心功能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AI应用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负责人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决策知识库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沉淀专家经验、智能检索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知识图谱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赵强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智能决策助手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AI辅助决策、方案推荐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大语言模型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流程自动化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审批流程、任务分配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工作流引擎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吴敏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数据分析看板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项目数据、决策分析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BI+AI分析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孙浩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风险预警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风险识别、预警推送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机器学习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朱婷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6634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原型设计流程：Step1. 需求输入 → Step2. 架构设计 → Step3. 原型构建 → Step4. 方案优化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53035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实现7天完成完整项目原型设计，效率提升70%！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六、评估与持续改进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7295" cy="2286000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特征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验收标准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 1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开始使用AI工具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完成工具配置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 2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日常业务应用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完成3个业务场景AI辅助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 3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熟练级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熟练使用+优化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60+模板+持续优化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 4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创新级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创新应用+推广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原型设计+DM系统上线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 5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专家级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方法论输出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形成可复制的方法论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c:\AI学习资料\mesheer\idp_charts\idp_chart09_matu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0"/>
            <a:ext cx="10972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团队分工与成功关键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7295" cy="3200400"/>
        </p:xfrm>
        <a:graphic>
          <a:graphicData uri="http://schemas.openxmlformats.org/drawingml/2006/table">
            <a:tbl>
              <a:tblPr/>
              <a:tblGrid>
                <a:gridCol w="5638648"/>
                <a:gridCol w="5638648"/>
              </a:tblGrid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姓名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主要负责任务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F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张伟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申报简表系统、文献智能管理系统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李明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账号配置、申报书模板、文献智能管理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王芳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政策库、申报指南系统、投标策略分析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刘洋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首批提示词模板、技术创新点挖掘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陈静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典型案例库、商务标撰写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赵强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文献资料库、决策知识库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可研报告系统、智能决策助手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吴敏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PPT模板、术语翻译系统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孙浩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技术报告模板、数据分析看板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朱婷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小论文模板、风险预警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4480560"/>
            <a:ext cx="10972800" cy="365760"/>
          </a:xfrm>
          <a:prstGeom prst="rect">
            <a:avLst/>
          </a:prstGeom>
          <a:solidFill>
            <a:srgbClr val="FFF9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成功关键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22960" y="50292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聚焦核心业务：重点突破申报简表、指南、可研、标书等高频业务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快速迭代验证：小步快跑，每周都有小成果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团队协作共享：每周分享经验，共同进步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业务导向驱动：始终围绕实际工作需求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52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总结与致谢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7863840" cy="2743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8个月系统性AI能力建设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重点突破4大核心业务场景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完成科技项目原型设计与DM开发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005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预计效率提升60%以上！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电网领域科创业务中心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电网领域AI专项IDP落地执行手册</dc:title>
  <dc:subject>个人数字化AI专项IDP落地执行手册</dc:subject>
  <dc:creator>电网领域科创业务中心</dc:creator>
  <cp:lastModifiedBy>电网领域科创业务中心</cp:lastModifiedBy>
  <cp:revision>1</cp:revision>
  <dcterms:created xsi:type="dcterms:W3CDTF">2026-05-28T08:12:17Z</dcterms:created>
  <dcterms:modified xsi:type="dcterms:W3CDTF">2026-05-28T08:12:17Z</dcterms:modified>
</cp:coreProperties>
</file>