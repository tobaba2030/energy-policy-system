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科技项目全流程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AI应用实践与心得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电网科创业务中心 · 从申报到交付的智能化升级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× IMA 知识库 联动方案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" y="182880"/>
            <a:ext cx="137160" cy="1371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23960" y="182880"/>
            <a:ext cx="137160" cy="1371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4709160"/>
            <a:ext cx="137160" cy="1371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23960" y="4709160"/>
            <a:ext cx="137160" cy="1371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651760" cy="1188720"/>
          </a:xfrm>
          <a:prstGeom prst="rect">
            <a:avLst>
              <a:gd name="adj" fmla="val 4615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全流程概览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7大环节AI应用全景图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914400"/>
            <a:ext cx="2651760" cy="1188720"/>
          </a:xfrm>
          <a:prstGeom prst="rect">
            <a:avLst>
              <a:gd name="adj" fmla="val 4615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051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20440" y="1371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申报简表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AI辅助框架搭建与快速生成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914400"/>
            <a:ext cx="2651760" cy="1188720"/>
          </a:xfrm>
          <a:prstGeom prst="rect">
            <a:avLst>
              <a:gd name="adj" fmla="val 4615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051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46520" y="1371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指南编写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1691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政策对齐与内容智能生成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286000"/>
            <a:ext cx="2651760" cy="1188720"/>
          </a:xfrm>
          <a:prstGeom prst="rect">
            <a:avLst>
              <a:gd name="adj" fmla="val 4615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423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94360" y="2743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可研报告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4360" y="3063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全量自动化生成与图表嵌入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2286000"/>
            <a:ext cx="2651760" cy="1188720"/>
          </a:xfrm>
          <a:prstGeom prst="rect">
            <a:avLst>
              <a:gd name="adj" fmla="val 4615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423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520440" y="2743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答辩PPT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520440" y="3063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大纲拆解与视觉增强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2286000"/>
            <a:ext cx="2651760" cy="1188720"/>
          </a:xfrm>
          <a:prstGeom prst="rect">
            <a:avLst>
              <a:gd name="adj" fmla="val 4615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2423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46520" y="2743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标书编制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46520" y="3063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模板填充与合规校验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2651760" cy="1188720"/>
          </a:xfrm>
          <a:prstGeom prst="rect">
            <a:avLst>
              <a:gd name="adj" fmla="val 4615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794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94360" y="4114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技术研究报告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4360" y="4434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深度生成与知识库沉淀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83280" y="3657600"/>
            <a:ext cx="2651760" cy="1188720"/>
          </a:xfrm>
          <a:prstGeom prst="rect">
            <a:avLst>
              <a:gd name="adj" fmla="val 4615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3794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520440" y="4114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Demo原型设计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520440" y="4434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代码生成与可视化组件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09360" y="3657600"/>
            <a:ext cx="2651760" cy="1188720"/>
          </a:xfrm>
          <a:prstGeom prst="rect">
            <a:avLst>
              <a:gd name="adj" fmla="val 4615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3794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446520" y="4114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核心成果与心得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46520" y="4434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效率提升数据与实践总结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科技项目全流程 AI应用概览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7大环节 × 智能化升级路径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68096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5564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申报简表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3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11680" y="1691640"/>
            <a:ext cx="640080" cy="640080"/>
          </a:xfrm>
          <a:prstGeom prst="ellipse">
            <a:avLst/>
          </a:prstGeom>
          <a:solidFill>
            <a:srgbClr val="2DD4BF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75564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91640" y="2423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指南编写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3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46120" y="1691640"/>
            <a:ext cx="640080" cy="640080"/>
          </a:xfrm>
          <a:prstGeom prst="ellipse">
            <a:avLst/>
          </a:prstGeom>
          <a:solidFill>
            <a:srgbClr val="D4A843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75564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926080" y="2423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可研报告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8620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3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80560" y="1691640"/>
            <a:ext cx="640080" cy="64008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75564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160520" y="2423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答辩PPT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3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0" y="1691640"/>
            <a:ext cx="640080" cy="640080"/>
          </a:xfrm>
          <a:prstGeom prst="ellipse">
            <a:avLst/>
          </a:prstGeom>
          <a:solidFill>
            <a:srgbClr val="2DD4BF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175564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📑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94960" y="2423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标书编制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3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49440" y="1691640"/>
            <a:ext cx="640080" cy="640080"/>
          </a:xfrm>
          <a:prstGeom prst="ellipse">
            <a:avLst/>
          </a:prstGeom>
          <a:solidFill>
            <a:srgbClr val="D4A843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175564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629400" y="2423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技术报告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89520" y="1828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43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83880" y="1691640"/>
            <a:ext cx="640080" cy="640080"/>
          </a:xfrm>
          <a:prstGeom prst="ellipse">
            <a:avLst/>
          </a:prstGeom>
          <a:solidFill>
            <a:srgbClr val="3B82F6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83880" y="175564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863840" y="2423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Demo原型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2926080"/>
            <a:ext cx="2651760" cy="1828800"/>
          </a:xfrm>
          <a:prstGeom prst="rect">
            <a:avLst>
              <a:gd name="adj" fmla="val 4000"/>
            </a:avLst>
          </a:prstGeom>
          <a:solidFill>
            <a:srgbClr val="0F1B2E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2926080"/>
            <a:ext cx="265176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971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传统模式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94360" y="3383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人工检索下载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436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手动整理分类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" y="4023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人工阅读提炼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" y="4343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手动编写报告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383280" y="2926080"/>
            <a:ext cx="2651760" cy="1828800"/>
          </a:xfrm>
          <a:prstGeom prst="rect">
            <a:avLst>
              <a:gd name="adj" fmla="val 4000"/>
            </a:avLst>
          </a:prstGeom>
          <a:solidFill>
            <a:srgbClr val="0F1B2E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83280" y="2926080"/>
            <a:ext cx="265176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0" y="2971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自动化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520440" y="3383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AI自动清洗提取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52044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智能分类标签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520440" y="4023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多文档交叉分析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520440" y="4343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自动格式化输出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309360" y="2926080"/>
            <a:ext cx="2651760" cy="1828800"/>
          </a:xfrm>
          <a:prstGeom prst="rect">
            <a:avLst>
              <a:gd name="adj" fmla="val 4000"/>
            </a:avLst>
          </a:prstGeom>
          <a:solidFill>
            <a:srgbClr val="0F1B2E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09360" y="2926080"/>
            <a:ext cx="2651760" cy="365760"/>
          </a:xfrm>
          <a:prstGeom prst="rect">
            <a:avLst/>
          </a:prstGeom>
          <a:solidFill>
            <a:srgbClr val="00000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2971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 知识库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446520" y="3383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文件上传通道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4652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URL导入通道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446520" y="4023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笔记创建通道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446520" y="4343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结构化文献库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申报简表 — AI辅助框架搭建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从2-3天缩短至0.5天，一次通过率80%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114800" cy="2103120"/>
          </a:xfrm>
          <a:prstGeom prst="rect">
            <a:avLst>
              <a:gd name="adj" fmla="val 3478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AI应用描述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输入技术方案核心要点，AI自动生成简表框架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多版本快速迭代：调整参数→即时生成新版本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关键词与指标智能匹配，提升评审通过率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历史简表模板库复用，减少重复劳动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3931920" cy="2103120"/>
          </a:xfrm>
          <a:prstGeom prst="rect">
            <a:avLst>
              <a:gd name="adj" fmla="val 2609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05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实践案例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终端/表计故障规则库项目简表：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AI提取140条规则核心→生成申报要点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虚拟电厂技术项目简表：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技术路线梳理→自动对齐指南要求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IDP团队赋能项目简表：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团队架构数据→智能填充人员配置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4114800" cy="1645920"/>
          </a:xfrm>
          <a:prstGeom prst="rect">
            <a:avLst>
              <a:gd name="adj" fmla="val 4444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91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6576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起草时间：2-3天 → 0.5天（↓83%）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一次通过率：80%（历史均值50%）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2062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多版本迭代：10分钟内完成3版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200400"/>
            <a:ext cx="3931920" cy="1645920"/>
          </a:xfrm>
          <a:prstGeom prst="rect">
            <a:avLst>
              <a:gd name="adj" fmla="val 3333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291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AI工具组合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3657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WorkBuddy（对话生成框架）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9319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IMA知识库（历史模板复用）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42062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WebSearch（政策实时对齐）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074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心得：AI擅长快速提炼和结构化，核心创新点需人工把关；模板库越完善，AI效果越好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指南编写 — 政策对齐与内容智能生成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编写效率提升5倍，政策对齐度显著提高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114800" cy="2103120"/>
          </a:xfrm>
          <a:prstGeom prst="rect">
            <a:avLst>
              <a:gd name="adj" fmla="val 3478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AI应用描述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政策文档解析→自动提取关键要求与评分标准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技术方向梳理→AI生成指南框架草案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多轮审校对齐→确保与最新政策文件一致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历史指南库比对→避免重复或冲突内容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3931920" cy="2103120"/>
          </a:xfrm>
          <a:prstGeom prst="rect">
            <a:avLst>
              <a:gd name="adj" fmla="val 2609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05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实践案例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智能电网技术指南：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解析南网/国网最新政策→生成技术方向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计量设备AI应用指南：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梳理故障诊断技术路线→对齐行业标准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新型电力系统指南：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多源政策交叉分析→提炼核心考核指标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4114800" cy="1645920"/>
          </a:xfrm>
          <a:prstGeom prst="rect">
            <a:avLst>
              <a:gd name="adj" fmla="val 4444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91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6576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编写效率：提升5倍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政策对齐度：从60%→95%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2062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多版本对比：3版/小时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200400"/>
            <a:ext cx="3931920" cy="1645920"/>
          </a:xfrm>
          <a:prstGeom prst="rect">
            <a:avLst>
              <a:gd name="adj" fmla="val 3333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291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AI工具组合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3657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WorkBuddy（政策解析+框架生成）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9319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IMA知识库（历史指南沉淀）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42062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WebSearch（实时政策检索）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074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心得：政策合规性必须人工审核，涉密条款尤甚；AI生成的框架需经专家确认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可研报告 — 全量自动化生成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脚本化 &gt; 对话式，一次编写多次复用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114800" cy="2103120"/>
          </a:xfrm>
          <a:prstGeom prst="rect">
            <a:avLst>
              <a:gd name="adj" fmla="val 3478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AI应用描述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docx-js脚本自动生成完整可研报告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22张matplotlib图表自动嵌入（68维特征/PCA/规则库）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6章结构+20篇文献+3个附录深度编排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数据驱动：从原始数据→分析图表→报告文字全链路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3931920" cy="2103120"/>
          </a:xfrm>
          <a:prstGeom prst="rect">
            <a:avLst>
              <a:gd name="adj" fmla="val 2609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05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实践案例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终端/表计故障规则库可研：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140条规则+CHI模型→完整技术论证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智能电网AI应用可研：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多维度数据分析→技术路线论证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团队IDP赋能可研：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12人团队数据→资源配置方案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4114800" cy="1645920"/>
          </a:xfrm>
          <a:prstGeom prst="rect">
            <a:avLst>
              <a:gd name="adj" fmla="val 4444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91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6576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报告规模：1.35MB docx（6章+20文献+3附录）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图表数量：22张自动嵌入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2062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生成时间：从2周→2天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200400"/>
            <a:ext cx="3931920" cy="1645920"/>
          </a:xfrm>
          <a:prstGeom prst="rect">
            <a:avLst>
              <a:gd name="adj" fmla="val 3333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291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AI工具组合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3657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docx-js（报告自动生成脚本）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9319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matplotlib（数据分析图表）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42062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WorkBuddy（内容审核与优化）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074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心得：脚本化 &gt; 对话式，一次编写脚本可多次复用迭代；数据→图表→文字全链路自动化是最大突破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答辩PPT — 大纲拆解与视觉增强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制作效率提升3倍，截图转换仍是挑战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114800" cy="2103120"/>
          </a:xfrm>
          <a:prstGeom prst="rect">
            <a:avLst>
              <a:gd name="adj" fmla="val 3478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AI应用描述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技术报告→PPT大纲自动拆解与结构重组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imag2-ppt图像增强：提升截图清晰度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PptxGenJS脚本化生成：统一风格批量产出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截图格式→可编辑PPT转换（技术攻关中）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3931920" cy="2103120"/>
          </a:xfrm>
          <a:prstGeom prst="rect">
            <a:avLst>
              <a:gd name="adj" fmla="val 2609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05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实践案例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规则库项目答辩PPT：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技术报告→15页PPT大纲→脚本生成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IDP项目汇报PPT：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数据可视化→PPT图表自动嵌入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团队周报汇报PPT：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HTML周报→PPT格式转换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4114800" cy="1645920"/>
          </a:xfrm>
          <a:prstGeom prst="rect">
            <a:avLst>
              <a:gd name="adj" fmla="val 4444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91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6576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制作效率：提升3倍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风格统一：脚本化确保品牌一致性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2062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截图增强：imag2-ppt清晰度提升显著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200400"/>
            <a:ext cx="3931920" cy="1645920"/>
          </a:xfrm>
          <a:prstGeom prst="rect">
            <a:avLst>
              <a:gd name="adj" fmla="val 3333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291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AI工具组合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3657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WorkBuddy（大纲拆解+内容生成）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9319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imag2-ppt（图像增强处理）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42062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PptxGenJS（脚本化批量生成）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074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心得：建议优先AI原生生成PPT，截图转换存在偏差；脚本化生成可确保风格统一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标书编制 — 模板填充与合规校验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编写时间缩短40%，合规遗漏减少60%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114800" cy="2103120"/>
          </a:xfrm>
          <a:prstGeom prst="rect">
            <a:avLst>
              <a:gd name="adj" fmla="val 3478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AI应用描述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模板化自动填充：基于历史标书库智能复用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合规性逐项校验：AI扫描遗漏项与格式问题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多标段智能复用：相同内容跨标段自动适配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技术参数自动提取：从需求文档→标书响应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3931920" cy="2103120"/>
          </a:xfrm>
          <a:prstGeom prst="rect">
            <a:avLst>
              <a:gd name="adj" fmla="val 2609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05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实践案例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电网计量设备采购标书：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历史标书库→自动填充技术参数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智能电网服务标书：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需求文档解析→自动响应条款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科技项目申报标书：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多标段内容→智能复用与适配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4114800" cy="1645920"/>
          </a:xfrm>
          <a:prstGeom prst="rect">
            <a:avLst>
              <a:gd name="adj" fmla="val 4444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91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6576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编写时间：缩短40%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合规遗漏：减少60%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2062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多标段复用：节省50%重复劳动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200400"/>
            <a:ext cx="3931920" cy="1645920"/>
          </a:xfrm>
          <a:prstGeom prst="rect">
            <a:avLst>
              <a:gd name="adj" fmla="val 3333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291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AI工具组合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3657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WorkBuddy（内容生成+校验）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9319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docx模板（结构化填充）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42062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IMA知识库（历史标书沉淀）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074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心得：模板库越完善AI效果越好，这是关键前提；合规校验AI辅助但终审必须人工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技术研究报告 — 深度生成与知识库沉淀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效率提升10倍，脚本化+图表+知识库形成闭环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114800" cy="2103120"/>
          </a:xfrm>
          <a:prstGeom prst="rect">
            <a:avLst>
              <a:gd name="adj" fmla="val 3478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AI应用描述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140条规则库三层级设计（单元87+设备34+台区19）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CHI/Arrhenius模型推导与公式编排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技术报告深度生成：6章结构+数据分析+文献综述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知识库沉淀：研究成果自动归档IMA，形成可复用资产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3931920" cy="2103120"/>
          </a:xfrm>
          <a:prstGeom prst="rect">
            <a:avLst>
              <a:gd name="adj" fmla="val 2609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05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实践案例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终端故障规则库技术报告：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87条单元级规则+CHI模型→完整技术论证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表计健康评估报告：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34条设备级规则+Arrhenius模型→状态评估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台区故障诊断报告：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19条台区级规则→区域级故障定位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4114800" cy="1645920"/>
          </a:xfrm>
          <a:prstGeom prst="rect">
            <a:avLst>
              <a:gd name="adj" fmla="val 4444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91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6576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规则库设计：140条（三层级）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报告效率：提升10倍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2062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知识沉淀：IMA知识库自动归档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200400"/>
            <a:ext cx="3931920" cy="1645920"/>
          </a:xfrm>
          <a:prstGeom prst="rect">
            <a:avLst>
              <a:gd name="adj" fmla="val 3333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291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AI工具组合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3657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WorkBuddy（模型推导+报告生成）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9319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docx-js（报告脚本化生成）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42062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IMA知识库（成果沉淀与复用）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074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心得：脚本化生成+图表嵌入+知识库沉淀形成完整闭环；技术深度内容AI辅助但核心推导需专家把关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Demo原型设计 — 代码生成与可视化组件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原型周期2周→3天，周报已全自动化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114800" cy="2103120"/>
          </a:xfrm>
          <a:prstGeom prst="rect">
            <a:avLst>
              <a:gd name="adj" fmla="val 3478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05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AI应用描述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IDP可视化系统(idp_v3.html)开发：个人发展计划可视化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周报HTML自动分发：邮件兼容格式+内联样式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交互式可视化组件：Chart.js数据图表+动态交互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原型快速迭代：AI生成代码→人工调试→快速验证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3931920" cy="2103120"/>
          </a:xfrm>
          <a:prstGeom prst="rect">
            <a:avLst>
              <a:gd name="adj" fmla="val 2609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05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实践案例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IDP可视化系统：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12人团队架构→个人发展路径可视化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周报自动化系统：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331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数据汇总→HTML周报→邮件自动分发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数据看板原型：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971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项目进度/资源分配→交互式图表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4114800" cy="1645920"/>
          </a:xfrm>
          <a:prstGeom prst="rect">
            <a:avLst>
              <a:gd name="adj" fmla="val 4444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91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6576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原型周期：2周 → 3天（↓85%）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周报自动化：100%无人干预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2062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IDP系统：12人团队全覆盖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200400"/>
            <a:ext cx="3931920" cy="1645920"/>
          </a:xfrm>
          <a:prstGeom prst="rect">
            <a:avLst>
              <a:gd name="adj" fmla="val 3333"/>
            </a:avLst>
          </a:prstGeom>
          <a:solidFill>
            <a:srgbClr val="0F1B2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291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AI工具组合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3657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WorkBuddy（代码生成+调试）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9319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HTML/CSS/JS（前端原型）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42062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Chart.js（数据可视化）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074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心得：AI前端原型效果最好，复杂业务逻辑仍需调试；HTML周报格式是邮件分发的最佳实践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AI工具链架构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× IMA 知识库 联动方案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3200400"/>
          </a:xfrm>
          <a:prstGeom prst="rect">
            <a:avLst>
              <a:gd name="adj" fmla="val 2759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265176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核心AI助手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对话式内容生成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代码/脚本编写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数据分析与图表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154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PPT/Word自动生成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多文档交叉分析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0" y="1097280"/>
            <a:ext cx="2651760" cy="3200400"/>
          </a:xfrm>
          <a:prstGeom prst="rect">
            <a:avLst>
              <a:gd name="adj" fmla="val 2759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097280"/>
            <a:ext cx="265176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1704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 知识库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83280" y="16002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知识沉淀中心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文件上传通道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URL导入通道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6616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笔记创建通道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66160" y="3154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结构化文献库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6616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历史模板复用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09360" y="1097280"/>
            <a:ext cx="2651760" cy="3200400"/>
          </a:xfrm>
          <a:prstGeom prst="rect">
            <a:avLst>
              <a:gd name="adj" fmla="val 2759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1097280"/>
            <a:ext cx="265176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1704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辅助工具链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09360" y="16002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专业化增强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docx-js（Word生成）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PptxGenJS（PPT生成）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2743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matplotlib（图表）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3154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Chart.js（可视化）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92240" y="3566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WebSearch（检索）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8229600" cy="731520"/>
          </a:xfrm>
          <a:prstGeom prst="rect">
            <a:avLst/>
          </a:prstGeom>
          <a:solidFill>
            <a:srgbClr val="162447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闭环回流：WorkBuddy 反向调用 IMA 知识库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" y="4937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正向：WorkBuddy → IMA（文献清洗→分类标签→自动导入知识库）    反向：IMA → WorkBuddy（检索知识库→AI分析整合→生成报告）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核心成果数据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效率提升与质量改善量化指标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554480" cy="1463040"/>
          </a:xfrm>
          <a:prstGeom prst="rect">
            <a:avLst>
              <a:gd name="adj" fmla="val 5000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10x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技术报告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生成效率提升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1005840"/>
            <a:ext cx="1554480" cy="1463040"/>
          </a:xfrm>
          <a:prstGeom prst="rect">
            <a:avLst>
              <a:gd name="adj" fmla="val 5000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1143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148840" y="16459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申报简表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48840" y="19202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起草时间缩短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0" y="1005840"/>
            <a:ext cx="1554480" cy="1463040"/>
          </a:xfrm>
          <a:prstGeom prst="rect">
            <a:avLst>
              <a:gd name="adj" fmla="val 5000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1143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5x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840480" y="16459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指南编写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19202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编写效率提升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32120" y="1005840"/>
            <a:ext cx="1554480" cy="1463040"/>
          </a:xfrm>
          <a:prstGeom prst="rect">
            <a:avLst>
              <a:gd name="adj" fmla="val 5000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32120" y="1143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3x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532120" y="16459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答辩PPT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19202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制作效率提升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23760" y="1005840"/>
            <a:ext cx="1554480" cy="1463040"/>
          </a:xfrm>
          <a:prstGeom prst="rect">
            <a:avLst>
              <a:gd name="adj" fmla="val 5000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0" y="1143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223760" y="16459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Demo原型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23760" y="19202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开发周期缩短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743200"/>
            <a:ext cx="8229600" cy="2560320"/>
          </a:xfrm>
          <a:prstGeom prst="rect">
            <a:avLst>
              <a:gd name="adj" fmla="val 2857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各环节效率对比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00400"/>
          <a:ext cx="7863840" cy="192024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645920"/>
                <a:gridCol w="1371600"/>
                <a:gridCol w="1645920"/>
              </a:tblGrid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环节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传统模式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AI辅助模式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效率提升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质量改善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申报简表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2-3天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↓83%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通过率80%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指南编写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1-2天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↑5x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对齐度95%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可研报告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↑7x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图表22张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答辩PPT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↑3x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风格统一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标书编制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3-4天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↑40%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遗漏↓60%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技术报告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1-2天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↑10x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140规则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Demo原型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↑85%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交互可视化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84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实践心得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6条核心经验总结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651760" cy="1828800"/>
          </a:xfrm>
          <a:prstGeom prst="rect">
            <a:avLst>
              <a:gd name="adj" fmla="val 4000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51560"/>
            <a:ext cx="365760" cy="36576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789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051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脚本化 &gt; 对话式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5544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一次编写脚本可多次复用迭代，效率远超逐轮对话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914400"/>
            <a:ext cx="2651760" cy="1828800"/>
          </a:xfrm>
          <a:prstGeom prst="rect">
            <a:avLst>
              <a:gd name="adj" fmla="val 4000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051560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0789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77640" y="1051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模板库是关键前提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15544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历史材料沉淀越丰富，AI生成效果越好，质量越稳定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914400"/>
            <a:ext cx="2651760" cy="1828800"/>
          </a:xfrm>
          <a:prstGeom prst="rect">
            <a:avLst>
              <a:gd name="adj" fmla="val 4000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051560"/>
            <a:ext cx="365760" cy="36576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0789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03720" y="1051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数据→图表→文字全链路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15544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从原始数据到分析报告的全自动化是最大突破点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2651760" cy="1828800"/>
          </a:xfrm>
          <a:prstGeom prst="rect">
            <a:avLst>
              <a:gd name="adj" fmla="val 4000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154680"/>
            <a:ext cx="365760" cy="36576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1821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人工审核不可少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36576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政策合规、技术深度、核心创新点必须专家把关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3017520"/>
            <a:ext cx="2651760" cy="1828800"/>
          </a:xfrm>
          <a:prstGeom prst="rect">
            <a:avLst>
              <a:gd name="adj" fmla="val 4000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0440" y="3154680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31821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7764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知识库形成闭环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0440" y="36576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研究成果自动归档，越用越智能，形成正向飞轮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3017520"/>
            <a:ext cx="2651760" cy="1828800"/>
          </a:xfrm>
          <a:prstGeom prst="rect">
            <a:avLst>
              <a:gd name="adj" fmla="val 4000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6520" y="3154680"/>
            <a:ext cx="365760" cy="36576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318211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0372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前端原型效果最好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46520" y="36576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HTML/CSS/JS可视化组件，AI生成代码质量最高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solidFill>
            <a:srgbClr val="162447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846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"真正的变化不是工具，而是工作流的重新定义"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规划展望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三阶段深化路径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3200400"/>
          </a:xfrm>
          <a:prstGeom prst="rect">
            <a:avLst>
              <a:gd name="adj" fmla="val 2759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265176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深化阶段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可研报告脚本全面标准化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PPT生成脚本模板库建设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标书合规校验AI增强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技术报告自动生成优化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1097280"/>
            <a:ext cx="2651760" cy="3200400"/>
          </a:xfrm>
          <a:prstGeom prst="rect">
            <a:avLst>
              <a:gd name="adj" fmla="val 2759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1097280"/>
            <a:ext cx="265176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1704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拓展阶段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83280" y="16002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跨项目知识库互联互通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团队AI能力培训体系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616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多区域项目协同模板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智能评审辅助工具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1097280"/>
            <a:ext cx="2651760" cy="3200400"/>
          </a:xfrm>
          <a:prstGeom prst="rect">
            <a:avLst>
              <a:gd name="adj" fmla="val 2759"/>
            </a:avLst>
          </a:prstGeom>
          <a:solidFill>
            <a:srgbClr val="0F1B2E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1097280"/>
            <a:ext cx="265176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1704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固化阶段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09360" y="160020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全流程自动化流水线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AI辅助决策支持系统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知识资产持续沉淀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团队AI成熟度评估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4400" y="4572000"/>
            <a:ext cx="73152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0" y="4434840"/>
            <a:ext cx="274320" cy="27432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Q3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0" y="4434840"/>
            <a:ext cx="274320" cy="27432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3192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Q4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0" y="4434840"/>
            <a:ext cx="274320" cy="27432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4754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电网科创业务中心 · AI实践持续推进中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× IMA 知识库 联动方案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0"/>
          </a:xfrm>
          <a:prstGeom prst="line">
            <a:avLst/>
          </a:prstGeom>
          <a:noFill/>
          <a:ln w="38100">
            <a:solidFill>
              <a:srgbClr val="D4A84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82880"/>
            <a:ext cx="137160" cy="1371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23960" y="182880"/>
            <a:ext cx="137160" cy="1371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4709160"/>
            <a:ext cx="137160" cy="1371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23960" y="4709160"/>
            <a:ext cx="137160" cy="1371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2026-06-07T07:36:55Z</dcterms:created>
  <dcterms:modified xsi:type="dcterms:W3CDTF">2026-06-07T07:36:55Z</dcterms:modified>
</cp:coreProperties>
</file>