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4F7DF7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科技项目全流程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AI应用实践与心得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2286000" cy="0"/>
          </a:xfrm>
          <a:prstGeom prst="line">
            <a:avLst/>
          </a:prstGeom>
          <a:noFill/>
          <a:ln w="38100">
            <a:solidFill>
              <a:srgbClr val="4F7D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电网科创业务中心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覆盖7大环节 · AI全流程赋能 · 实战经验沉淀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0"/>
          </a:xfrm>
          <a:prstGeom prst="line">
            <a:avLst/>
          </a:prstGeom>
          <a:noFill/>
          <a:ln w="38100">
            <a:solidFill>
              <a:srgbClr val="4F7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548640" cy="45720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科技项目全流程概览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447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7大环节全景图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719072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548640" cy="45720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各环节AI应用详解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0848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申报简表→指南→可研→答辩→标书→研究→原型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80160" y="2359152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468880"/>
            <a:ext cx="548640" cy="45720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AI工具链与应用架构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724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 · ima · imag2-ppt 三位一体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80160" y="2999232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08960"/>
            <a:ext cx="548640" cy="45720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核心成果与数据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364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140规则 · 9专利 · 5省覆盖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80160" y="3639312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749040"/>
            <a:ext cx="548640" cy="45720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实践心得与经验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0050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避坑指南 · 效率提升 · 质量把控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280160" y="4279392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389120"/>
            <a:ext cx="548640" cy="45720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下一步规划与展望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4645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深化·拓展·固化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科技项目全流程概览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4F7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097280" cy="2560320"/>
          </a:xfrm>
          <a:prstGeom prst="rect">
            <a:avLst/>
          </a:prstGeom>
          <a:solidFill>
            <a:srgbClr val="EBF2FF"/>
          </a:solidFill>
          <a:ln w="9525">
            <a:solidFill>
              <a:srgbClr val="4F7D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097280" cy="54864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7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申报简表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AI辅助框架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81328" y="2011680"/>
            <a:ext cx="914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912" y="1097280"/>
            <a:ext cx="1097280" cy="2560320"/>
          </a:xfrm>
          <a:prstGeom prst="rect">
            <a:avLst/>
          </a:prstGeom>
          <a:solidFill>
            <a:srgbClr val="E6F7F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912" y="109728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581912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81912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指南编写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27632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AI内容生成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97480" y="2011680"/>
            <a:ext cx="914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8064" y="1097280"/>
            <a:ext cx="1097280" cy="2560320"/>
          </a:xfrm>
          <a:prstGeom prst="rect">
            <a:avLst/>
          </a:prstGeom>
          <a:solidFill>
            <a:srgbClr val="F3EE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98064" y="1097280"/>
            <a:ext cx="10972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2798064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98064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可研报告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43784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AI全量生成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13632" y="2011680"/>
            <a:ext cx="914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1097280"/>
            <a:ext cx="1097280" cy="2560320"/>
          </a:xfrm>
          <a:prstGeom prst="rect">
            <a:avLst/>
          </a:prstGeom>
          <a:solidFill>
            <a:srgbClr val="FEF0ED"/>
          </a:solidFill>
          <a:ln w="9525">
            <a:solidFill>
              <a:srgbClr val="E05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14216" y="1097280"/>
            <a:ext cx="1097280" cy="54864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24" name="Text 22"/>
          <p:cNvSpPr/>
          <p:nvPr/>
        </p:nvSpPr>
        <p:spPr>
          <a:xfrm>
            <a:off x="4014216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5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014216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答辩PPT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59936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AI排版优化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9784" y="2011680"/>
            <a:ext cx="914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0368" y="1097280"/>
            <a:ext cx="1097280" cy="2560320"/>
          </a:xfrm>
          <a:prstGeom prst="rect">
            <a:avLst/>
          </a:prstGeom>
          <a:solidFill>
            <a:srgbClr val="FEF7E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0368" y="1097280"/>
            <a:ext cx="10972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30368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76088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AI模板填充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45936" y="2011680"/>
            <a:ext cx="914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1097280"/>
            <a:ext cx="1097280" cy="2560320"/>
          </a:xfrm>
          <a:prstGeom prst="rect">
            <a:avLst/>
          </a:prstGeom>
          <a:solidFill>
            <a:srgbClr val="E6F7F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109728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4652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技术研究报告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92240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AI深度生成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62088" y="2011680"/>
            <a:ext cx="914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62672" y="1097280"/>
            <a:ext cx="1097280" cy="2560320"/>
          </a:xfrm>
          <a:prstGeom prst="rect">
            <a:avLst/>
          </a:prstGeom>
          <a:solidFill>
            <a:srgbClr val="EDFAF1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62672" y="1097280"/>
            <a:ext cx="10972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7662672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662672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Demo原型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08392" y="2286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AI代码/可视化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核心洞察：AI已覆盖科技项目7大核心环节，从「辅助框架」到「全量生成」，效率提升3-10倍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关键路径：申报简表 → 指南编写 → 可研报告 → 答辩PPT → 标书 → 技术研究报告 → Demo原型设计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申报简表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AI辅助框架搭建与信息提炼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申报简表是项目立项的第一步，需要高度凝练项目核心信息。AI在此环节主要发挥信息提炼和结构化框架搭建作用。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项目信息提炼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输入项目技术方案要点，AI自动生成精简的申报简表内容框架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77724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多版本快速迭代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根据评审反馈快速调整简表内容，支持从长文本到短摘要的自动精炼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关键词与指标匹配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679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AI辅助匹配指南要求的关键技术指标与创新点，确保简表覆盖评审要点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91840" cy="128016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简表起草时间从2-3天缩短至0.5天，框架一次通过率提升至80%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68880"/>
            <a:ext cx="329184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AI工具组合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WorkBuddy对话生成 + ima知识库参考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347472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7D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474720"/>
            <a:ext cx="3291840" cy="32004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实践心得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AI擅长快速提炼和结构化，但项目核心创新点需人工把关，AI辅助而非替代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指南编写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AI内容生成与规范对齐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指南编写需兼顾政策合规性与技术前瞻性，AI在内容生成和规范对齐方面发挥关键作用。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政策文档解析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AI解读上级政策文件，自动提取关键条款与要求，生成指南框架草案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技术方向梳理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基于历史项目库和行业趋势，AI辅助确定技术方向与重点支持领域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多轮审校对齐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679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AI逐条检查指南内容与政策要求的对齐度，减少遗漏和偏差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91840" cy="12801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指南初稿编写效率提升5倍，政策对齐度显著提高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68880"/>
            <a:ext cx="329184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AI工具组合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 + ima政策知识库 + WebSearch政策检索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347472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474720"/>
            <a:ext cx="32918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实践心得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AI生成内容需严格人工审核政策合规性，特别是涉密条款和审批流程部分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可研报告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AI全量生成与深度编排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可研报告是项目最核心的文档，动辄数万字。AI在此环节实现从框架到正文的深度生成，是最具突破性的应用场景。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docx-js自动生成脚本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开发Node.js脚本（gen_full_report.js），自动生成含封面、摘要、6章正文、参考文献、附录的完整报告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技术图表自动嵌入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matplotlib生成22张技术图表（CHI模型、特征分布、关联规则等），自动嵌入Word文档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多层级内容编排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679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68维特征矩阵/PCA-tSNE降维/Apriori关联挖掘/140条规则库等内容深度编排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91840" cy="128016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技术报告自动生成1.35MB docx，6章+20参考文献+3附录，目标100+页/5万字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68880"/>
            <a:ext cx="329184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AI工具组合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docx-js + matplotlib + WorkBuddy脚本编排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347472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474720"/>
            <a:ext cx="32918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实践心得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脚本化生成是可研报告的最优路径：一次编写脚本，多次复用迭代；图表自动嵌入避免手动排版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答辩PPT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AI排版优化与视觉增强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答辩PPT需要高度视觉化呈现项目亮点，AI在内容结构化、排版优化和视觉增强方面发挥作用。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内容结构化拆解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将可研报告核心内容拆解为PPT大纲，自动生成每页标题和要点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77724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imag2-ppt图像增强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使用imag2-ppt工具增强技术图表的视觉效果，提升专业度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虚拟电厂PPT转换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679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将截图格式PPT转换为可编辑版本，保留原技术框架和图片风格（进行中）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91840" cy="1280160"/>
          </a:xfrm>
          <a:prstGeom prst="rect">
            <a:avLst/>
          </a:prstGeom>
          <a:solidFill>
            <a:srgbClr val="FEF0ED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PPT制作效率提升3倍，但截图→可编辑转换仍存在技术挑战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68880"/>
            <a:ext cx="329184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AI工具组合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 + imag2-ppt + PptxGenJS脚本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347472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474720"/>
            <a:ext cx="3291840" cy="32004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实践心得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AI对PPT排版优化效果显著，但截图格式转换需精确匹配原风格，建议优先使用AI原生生成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标书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AI模板填充与合规校验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标书编写格式要求严格、内容量大，AI在模板化填充和合规性校验方面具有天然优势。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模板化自动填充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基于历史标书模板，AI自动填充项目基本信息、技术方案、人员配置等章节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合规性逐项校验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AI对照招标文件要求，逐项检查标书内容的完整性和合规性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多标段内容复用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679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相同技术方案在不同标段间智能复用和适配，避免重复编写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91840" cy="1280160"/>
          </a:xfrm>
          <a:prstGeom prst="rect">
            <a:avLst/>
          </a:prstGeom>
          <a:solidFill>
            <a:srgbClr val="FEF7E6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标书编写时间缩短40%，合规性遗漏减少60%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68880"/>
            <a:ext cx="329184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AI工具组合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 + docx模板 + ima历史标书库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347472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474720"/>
            <a:ext cx="329184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实践心得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标书AI化的关键在于建立高质量模板库和历史标书知识库，模板越完善AI效果越好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技术研究报告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AI深度生成与知识沉淀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技术研究报告是项目交付的核心成果，涉及深度技术分析和大量图表。此环节是AI应用最深、效果最显著的场景。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终端/表计故障规则库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87+34+19=140条规则三层级设计，AI辅助规则提取、分类和文档化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CHI健康指数模型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AI辅助Arrhenius退化模型推导、68维特征矩阵设计和PCA-tSNE降维分析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9份专利AI辅助撰写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679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南网AI虚拟电厂项目，AI辅助专利框架搭建和技术方案描述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91840" cy="128016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报告生成效率提升10倍，9份专利已提交，140条规则库设计完成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68880"/>
            <a:ext cx="329184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AI工具组合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WorkBuddy深度生成 + docx-js脚本 + matplotlib图表 + ima知识库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347472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474720"/>
            <a:ext cx="32918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实践心得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技术研究报告是AI价值的最高体现场景：脚本化生成+图表自动嵌入+知识库沉淀形成闭环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Demo原型设计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AI代码生成与可视化实现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Demo原型是项目成果的直观展示，AI在代码生成、可视化和交互设计方面大幅降低开发门槛。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IDP可视化系统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idp_v3.html开发中，AI辅助HTML/CSS/JS代码生成，实现个人发展计划可视化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周报HTML自动分发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53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AI生成邮件兼容HTML格式周报，内联样式+表格布局，追加式内容管理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77724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7772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交互式数据可视化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8679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AI辅助Chart.js/D3.js等可视化组件开发，快速实现技术指标交互展示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91840" cy="1280160"/>
          </a:xfrm>
          <a:prstGeom prst="rect">
            <a:avLst/>
          </a:prstGeom>
          <a:solidFill>
            <a:srgbClr val="EDFAF1"/>
          </a:solidFill>
          <a:ln/>
        </p:spPr>
      </p:sp>
      <p:sp>
        <p:nvSpPr>
          <p:cNvPr id="19" name="Text 17"/>
          <p:cNvSpPr/>
          <p:nvPr/>
        </p:nvSpPr>
        <p:spPr>
          <a:xfrm>
            <a:off x="562356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1371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原型开发周期从2周缩短至3天，周报分发已全自动化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468880"/>
            <a:ext cx="329184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62356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AI工具组合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7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WorkBuddy代码生成 + HTML/CSS/JS + Chart.js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3474720"/>
            <a:ext cx="3291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3474720"/>
            <a:ext cx="329184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实践心得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8862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AI代码生成对前端原型效果最好，但复杂业务逻辑仍需人工调试；建议先出原型再迭代优化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AI工具链与应用架构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4F7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WorkBuddy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AI核心引擎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64792"/>
            <a:ext cx="137160" cy="137160"/>
          </a:xfrm>
          <a:prstGeom prst="ellipse">
            <a:avLst/>
          </a:prstGeom>
          <a:solidFill>
            <a:srgbClr val="4F7DF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对话式文档生成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67712"/>
            <a:ext cx="137160" cy="137160"/>
          </a:xfrm>
          <a:prstGeom prst="ellipse">
            <a:avLst/>
          </a:prstGeom>
          <a:solidFill>
            <a:srgbClr val="4F7D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代码编写与脚本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70632"/>
            <a:ext cx="137160" cy="137160"/>
          </a:xfrm>
          <a:prstGeom prst="ellipse">
            <a:avLst/>
          </a:prstGeom>
          <a:solidFill>
            <a:srgbClr val="4F7DF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多模态内容创作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73552"/>
            <a:ext cx="137160" cy="137160"/>
          </a:xfrm>
          <a:prstGeom prst="ellipse">
            <a:avLst/>
          </a:prstGeom>
          <a:solidFill>
            <a:srgbClr val="4F7DF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自动化任务调度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0972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09728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115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腾讯ima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37560" y="1371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知识库中枢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176479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7947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政策文档归档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226771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7947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历史项目沉淀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27706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团队知识共享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0440" y="327355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跨项目经验复用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097280"/>
            <a:ext cx="2651760" cy="45720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115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imag2-ppt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17920" y="1371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视觉增强器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1764792"/>
            <a:ext cx="137160" cy="137160"/>
          </a:xfrm>
          <a:prstGeom prst="ellipse">
            <a:avLst/>
          </a:prstGeom>
          <a:solidFill>
            <a:srgbClr val="E05A3A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PPT图像增强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2267712"/>
            <a:ext cx="137160" cy="137160"/>
          </a:xfrm>
          <a:prstGeom prst="ellipse">
            <a:avLst/>
          </a:prstGeom>
          <a:solidFill>
            <a:srgbClr val="E05A3A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技术图表美化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770632"/>
            <a:ext cx="137160" cy="137160"/>
          </a:xfrm>
          <a:prstGeom prst="ellipse">
            <a:avLst/>
          </a:prstGeom>
          <a:solidFill>
            <a:srgbClr val="E05A3A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可视化呈现优化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0" y="3273552"/>
            <a:ext cx="137160" cy="137160"/>
          </a:xfrm>
          <a:prstGeom prst="ellipse">
            <a:avLst/>
          </a:prstGeom>
          <a:solidFill>
            <a:srgbClr val="E05A3A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专业度提升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 ↔ ima ↔ imag2-ppt  三位一体协作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钉钉集成（已连接）· 马丁策略自动化（每周日）· 周报HTML分发（已上线）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核心成果与关键数据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4F7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155448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1554480" cy="4572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7D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规则库规则数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单元87+设备34+台区19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84832" y="1051560"/>
            <a:ext cx="155448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2084832" y="1051560"/>
            <a:ext cx="1554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084832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84832" y="1737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已提交专利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南网AI虚拟电厂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03904" y="1051560"/>
            <a:ext cx="155448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803904" y="1051560"/>
            <a:ext cx="15544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803904" y="1737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覆盖省份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03904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黔/滇/新/鲁/粤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22976" y="1051560"/>
            <a:ext cx="155448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5522976" y="1051560"/>
            <a:ext cx="1554480" cy="4572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976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522976" y="1737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技术图表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22976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matplotlib自动生成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42048" y="1051560"/>
            <a:ext cx="155448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7242048" y="1051560"/>
            <a:ext cx="155448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242048" y="1188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42048" y="1737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42048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技术研究报告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各环节AI应用效率提升对比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传统耗时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AI辅助耗时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效率提升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AI成熟度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申报简表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4-6倍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指南编写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5-7天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可研报告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10-15天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7D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深度应用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答辩PPT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进行中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7-10天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5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探索中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技术研究报告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15-20天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7-10倍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7D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深度应用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Demo原型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10-14天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5-7倍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实践心得与经验总结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4F7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脚本化 &gt; 对话式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可研报告等大文档，脚本化生成（docx-js）远优于逐轮对话。一次编写脚本，多次复用迭代，效率最高。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457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9476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知识库是AI的弹药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600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ima知识库中的政策文档、历史项目、行业资料是AI生成高质量内容的前提。知识库越完善，AI输出越精准。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457200" cy="457200"/>
          </a:xfrm>
          <a:prstGeom prst="rect">
            <a:avLst/>
          </a:prstGeom>
          <a:solidFill>
            <a:srgbClr val="E05A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人工把关核心创新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AI擅长结构化和填充，但项目核心创新点、关键论证逻辑必须人工把关。AI辅助而非替代是正确姿势。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457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迭代优于一次成型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AI生成初版后快速迭代，比追求一次到位更高效。先出框架再填充细节，先出原型再打磨优化。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30175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017520"/>
            <a:ext cx="4572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947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截图转换是当前短板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566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截图格式PPT→可编辑版本的AI转换仍有偏差，建议优先使用AI原生生成而非格式转换。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自动化任务解放人力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56616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马丁策略周报、周报HTML分发等自动化任务，实现'设定后遗忘'，释放团队精力聚焦核心业务。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下一步规划与展望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" cy="0"/>
          </a:xfrm>
          <a:prstGeom prst="line">
            <a:avLst/>
          </a:prstGeom>
          <a:noFill/>
          <a:ln w="38100">
            <a:solidFill>
              <a:srgbClr val="4F7D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97480" cy="329184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548640"/>
          </a:xfrm>
          <a:prstGeom prst="rect">
            <a:avLst/>
          </a:prstGeom>
          <a:solidFill>
            <a:srgbClr val="4F7D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深化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118872" cy="118872"/>
          </a:xfrm>
          <a:prstGeom prst="ellipse">
            <a:avLst/>
          </a:prstGeom>
          <a:solidFill>
            <a:srgbClr val="4F7DF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技术报告达标验证（100+页/5万字）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118872" cy="118872"/>
          </a:xfrm>
          <a:prstGeom prst="ellipse">
            <a:avLst/>
          </a:prstGeom>
          <a:solidFill>
            <a:srgbClr val="4F7DF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虚拟电厂PPT可编辑版重做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118872" cy="118872"/>
          </a:xfrm>
          <a:prstGeom prst="ellipse">
            <a:avLst/>
          </a:prstGeom>
          <a:solidFill>
            <a:srgbClr val="4F7D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IDP可视化系统正式上线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18872" cy="118872"/>
          </a:xfrm>
          <a:prstGeom prst="ellipse">
            <a:avLst/>
          </a:prstGeom>
          <a:solidFill>
            <a:srgbClr val="4F7D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WorkBuddy+钉钉深度集成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697480" cy="3291840"/>
          </a:xfrm>
          <a:prstGeom prst="rect">
            <a:avLst/>
          </a:prstGeom>
          <a:solidFill>
            <a:srgbClr val="E6F7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097280"/>
            <a:ext cx="269748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拓展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46120" y="14447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1901952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标书AI全流程试点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2496312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马丁策略回测验证与调优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3090672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多项目并行AI生成能力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685032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团队AI工具培训推广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697480" cy="3291840"/>
          </a:xfrm>
          <a:prstGeom prst="rect">
            <a:avLst/>
          </a:prstGeom>
          <a:solidFill>
            <a:srgbClr val="F3EE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1097280"/>
            <a:ext cx="269748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0972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固化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26480" y="144475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1901952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828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科技项目AI标准化流程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2496312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知识库持续运营机制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3090672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AI质量评估体系建立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3685032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6118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跨区域AI最佳实践推广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愿景：打造科技项目AI全流程赋能标杆，实现从「AI辅助」到「AI原生」的范式跃迁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38100">
            <a:solidFill>
              <a:srgbClr val="4F7D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科技项目全流程AI应用实践与心得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电网科创业务中心 | 2026年6月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科技项目全流程AI应用实践与心得</dc:title>
  <dc:subject>PptxGenJS Presentation</dc:subject>
  <dc:creator>电网科创业务中心</dc:creator>
  <cp:lastModifiedBy>电网科创业务中心</cp:lastModifiedBy>
  <cp:revision>1</cp:revision>
  <dcterms:created xsi:type="dcterms:W3CDTF">2026-06-07T07:19:17Z</dcterms:created>
  <dcterms:modified xsi:type="dcterms:W3CDTF">2026-06-07T07:19:17Z</dcterms:modified>
</cp:coreProperties>
</file>