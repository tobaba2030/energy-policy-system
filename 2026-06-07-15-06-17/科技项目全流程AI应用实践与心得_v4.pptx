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601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AI应用实践与心得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从申报到交付的智能化升级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103601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68912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5379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68912" y="65379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双路径学术知识采集架构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学术文献流转闭环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从人工到智能全流程升级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5大环节AI应用全景图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09728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AI辅助框架搭建与会议流程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3464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政策对齐与内容智能生成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83464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6616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6616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全量自动化生成与图表嵌入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83464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技术研究报告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4652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深度生成与知识库沉淀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89720" y="283464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3268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Demo原型设计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268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代码生成与可视化组件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AI工具链架构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WorkBuddy×IMA联动方案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29000" y="457200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66160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核心成果与心得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566160" y="5394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效率提升数据与实践总结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572000"/>
            <a:ext cx="2697480" cy="1463040"/>
          </a:xfrm>
          <a:prstGeom prst="rect">
            <a:avLst>
              <a:gd name="adj" fmla="val 375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446520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规划展望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46520" y="5394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AI知识生产基础库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所有工作的核心基础 · 双路径学术知识采集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中国科技云学术智能体平台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Bing学术搜索路径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中国科技云学术智能体平台爬取方案验证通过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8308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可稳定获取论文摘要、关键词、URL等结构化元数据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10312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Bing学术爬取可行性确认，构建多源学术知识采集双路径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42316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成为高质量科研知识注入新通道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30118" y="2578608"/>
            <a:ext cx="8684514" cy="1280160"/>
          </a:xfrm>
          <a:prstGeom prst="rect">
            <a:avLst>
              <a:gd name="adj" fmla="val 5714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30118" y="2578608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67278" y="262432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路径一：中国科技云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12998" y="3035808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爬取方案验证通过 → 稳定获取论文摘要/关键词/URL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12998" y="3383280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结构化元数据自动提取 → 高质量科研知识注入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12998" y="3730752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状态：已验证通过，稳定运行中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230118" y="3968496"/>
            <a:ext cx="8684514" cy="1280160"/>
          </a:xfrm>
          <a:prstGeom prst="rect">
            <a:avLst>
              <a:gd name="adj" fmla="val 571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30118" y="3968496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7278" y="401421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路径二：Bing学术搜索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412998" y="4425696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爬取可行性已确认 → 多源学术知识采集补充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412998" y="4773168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跨语言知识融合（英文/国际文献互补覆盖）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412998" y="5120640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状态：可行性确认，待接入WorkBuddy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230118" y="535838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67278" y="541324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双路径汇聚 → 统一清洗 → 结构化存储 → IMA知识库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学术文献智能流转闭环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从人工爬取到智能报告，全流程自动化升级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文献流转闭环示意图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知识库入库流程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传统手工模式 vs WorkBuddy自动化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传统：人工检索→手动整理→人工阅读→手动编写（4-8小时/10篇）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8308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WorkBuddy：粘贴/上传→AI自动清洗→智能分类→自动入IMA（5分钟/10篇）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10312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效率提升：96%，几乎零人工干预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423160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核心突破：AI自动清洗提取 + 智能分类标签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30118" y="2578608"/>
            <a:ext cx="8684514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30118" y="257860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67278" y="262432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IMA知识库双通道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12998" y="303580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通道1：文件上传 → 文献PDF/Word直接入库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12998" y="335584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通道2：URL导入 → 学术链接一键收藏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12998" y="367588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通道3：笔记创建 → 关键观点即时记录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2998" y="399592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通道4：WorkBuddy自动推送 → 清洗后结构化数据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30118" y="4151376"/>
            <a:ext cx="8684514" cy="1097280"/>
          </a:xfrm>
          <a:prstGeom prst="rect">
            <a:avLst>
              <a:gd name="adj" fmla="val 6667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151376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19709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闭环回流机制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608576"/>
            <a:ext cx="8318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正向：WorkBuddy → IMA（文献清洗→分类标签→自动导入知识库）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412998" y="5065776"/>
            <a:ext cx="8318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反向：IMA → WorkBuddy（检索知识库→AI分析整合→生成报告）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230118" y="535838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67278" y="541324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闭环核心：正向自动沉淀，反向智能检索，形成知识自增长飞轮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 AI应用概览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 × 智能化升级路径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5486400"/>
          </a:xfrm>
          <a:prstGeom prst="rect">
            <a:avLst>
              <a:gd name="adj" fmla="val 309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2681478" cy="466344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143000"/>
            <a:ext cx="26814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AI实践全流程概览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30118" y="1005840"/>
            <a:ext cx="8684514" cy="2286000"/>
          </a:xfrm>
          <a:prstGeom prst="rect">
            <a:avLst>
              <a:gd name="adj" fmla="val 32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5大环节智能化升级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12998" y="1463040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申报简表：AI辅助框架搭建 → 从2-3天缩短至0.5天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12998" y="1801368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指南编写：政策对齐与内容智能生成 → 效率提升5倍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12998" y="2139696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可研报告：docx-js全量自动化生成 → 22张图表自动嵌入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12998" y="2478024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技术研究报告：深度生成+知识库沉淀 → 效率提升10倍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2998" y="2816352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Demo原型设计：代码生成+可视化组件 → 周期缩短85%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12998" y="3154680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核心引擎：AI知识生产基础库 → 双路径学术知识采集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30118" y="3401568"/>
            <a:ext cx="8684514" cy="1097280"/>
          </a:xfrm>
          <a:prstGeom prst="rect">
            <a:avLst>
              <a:gd name="adj" fmla="val 6667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30118" y="3401568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67278" y="344728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效率对比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12998" y="3858768"/>
            <a:ext cx="8318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传统模式：人工检索→手动整理→人工阅读→手动编写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12998" y="4315968"/>
            <a:ext cx="8318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AI辅助模式：AI自动清洗→智能分类→多文档交叉分析→自动格式化输出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30118" y="460857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30118" y="4608576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67278" y="465429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IMA知识库支撑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12998" y="506577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文件上传通道 | URL导入通道 | 笔记创建通道 | 结构化文献库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30118" y="563270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7278" y="568756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全流程核心：数据→图表→文字全链路自动化，从申报到交付的智能化升级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申报简表 — AI辅助框架搭建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从2-3天缩短至0.5天，一次通过率80%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申报简表AI生成示例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会议流程与需求调研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输入技术方案核心要点，AI自动生成简表框架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多版本快速迭代：调整参数→即时生成新版本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关键词与指标智能匹配，提升评审通过率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历史简表模板库复用，减少重复劳动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AI辅助会议：需求收集→政策研读→对标分析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AI辅助会议流程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需求调研会议 → 技术方向/目标/资源确认 → AI解析评分标准 → IMA检索相似案例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12998" y="3694176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AI智能生成 → 输入需求→AI生成简表框架 → 多版本快速迭代（10分钟3版）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12998" y="4169664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专家评审 → 技术可行性/创新性评估 → AI辅助修改→终稿确认提交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起草时间：2-3天 → 0.5天（↓83%）| 一次通过率：80% | 多版本迭代：10分钟3版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心得：AI擅长快速提炼和结构化，核心创新点需人工把关；模板库越完善AI效果越好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指南编写 — 政策对齐与内容智能生成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编写效率提升5倍，政策对齐度显著提高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指南编写AI辅助流程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政策对齐与内容生成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政策文档解析→自动提取关键要求与评分标准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技术方向梳理→AI生成指南框架草案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多轮审校对齐→确保与最新政策文件一致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历史指南库比对→避免重复或冲突内容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AI知识库支撑：实时检索最新政策动态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智能电网技术指南：解析南网/国网最新政策→生成技术方向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12998" y="3694176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计量设备AI应用指南：梳理故障诊断技术路线→对齐行业标准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12998" y="4169664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新型电力系统指南：多源政策交叉分析→提炼核心考核指标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编写效率：提升5倍 | 政策对齐度：60%→95% | 多版本对比：3版/小时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心得：政策合规性必须人工审核，涉密条款尤甚；AI生成的框架需经专家确认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可研报告 — 全量自动化生成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对话式，一次编写多次复用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docx-js脚本生成报告示例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matplotlib图表自动嵌入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docx-js脚本自动生成完整可研报告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22张matplotlib图表自动嵌入（68维特征/PCA/规则库）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6章结构+20篇文献+3个附录深度编排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数据驱动：从原始数据→分析图表→报告文字全链路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AI知识库支撑：文献综述自动引用已入库资料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终端/表计故障规则库可研：140条规则+CHI模型→完整技术论证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12998" y="3694176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智能电网AI应用可研：多维度数据分析→技术路线论证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12998" y="4169664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团队IDP赋能可研：12人团队数据→资源配置方案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报告规模：1.35MB docx（6章+20文献+3附录）| 图表：22张自动嵌入 | 生成时间：2周→2天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心得：脚本化&gt;对话式，一次编写脚本可多次复用迭代；数据→图表→文字全链路自动化是最大突破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技术研究报告 — 深度生成与知识库沉淀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效率提升10倍，脚本化+图表+知识库形成闭环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140条规则库三层级设计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CHI/Arrhenius模型推导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140条规则库三层级设计（单元87+设备34+台区19）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CHI/Arrhenius模型推导与公式编排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技术报告深度生成：6章结构+数据分析+文献综述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知识库沉淀：研究成果自动归档IMA，形成可复用资产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AI知识库支撑：文献引用自动关联已入库研究成果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412998" y="3218688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终端故障规则库技术报告：87条单元级规则+CHI模型→完整技术论证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12998" y="3694176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表计健康评估报告：34条设备级规则+Arrhenius模型→状态评估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12998" y="4169664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台区故障诊断报告：19条台区级规则→区域级故障定位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规则库设计：140条（三层级）| 报告效率：提升10倍 | 知识沉淀：IMA知识库自动归档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心得：脚本化生成+图表嵌入+知识库沉淀形成完整闭环；技术深度内容AI辅助但核心推导需专家把关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Demo原型设计 — 代码生成与可视化组件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原型周期2周→3天，周报已全自动化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IDP可视化系统(idp_v3.html)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周报HTML自动分发系统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IDP可视化系统(idp_v3.html)开发：个人发展计划可视化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周报HTML自动分发：邮件兼容格式+内联样式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交互式可视化组件：Chart.js数据图表+动态交互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原型快速迭代：AI生成代码→人工调试→快速验证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AI知识库支撑：设计规范与组件库统一沉淀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IDP可视化系统：12人团队架构→个人发展路径可视化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12998" y="3694176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周报自动化系统：数据汇总→HTML周报→邮件自动分发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12998" y="4169664"/>
            <a:ext cx="83187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数据看板原型：项目进度/资源分配→交互式图表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原型周期：2周→3天（↓85%）| 周报自动化：100%无人干预 | IDP系统：12人团队全覆盖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心得：AI前端原型效果最好，复杂业务逻辑仍需调试；HTML周报格式是邮件分发的最佳实践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AI工具链架构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WorkBuddy核心能力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IMA知识库架构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— 核心AI助手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对话式内容生成（申报简表/指南/报告/PPT）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代码/脚本编写（docx-js/PptxGenJS/HTML）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数据分析与图表（matplotlib/Chart.js）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PPT/Word自动生成（模板化脚本）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多文档交叉分析（跨项目知识复用）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 — 知识沉淀中心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文件上传通道（PDF/Word/PPT直接入库）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12998" y="351129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URL导入通道（学术链接一键收藏）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2998" y="380390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笔记创建通道（关键观点即时记录）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412998" y="409651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结构化文献库（分类标签+检索）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412998" y="438912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历史模板复用（简表/指南/报告模板）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230118" y="4517136"/>
            <a:ext cx="8684514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67278" y="456285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辅助工具链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412998" y="4974336"/>
            <a:ext cx="83187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docx-js（Word生成）| PptxGenJS（PPT生成）| matplotlib（图表）| Chart.js（可视化）| WebSearch（检索）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230118" y="554126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67278" y="559612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闭环回流：正向WorkBuddy→IMA（文献清洗→分类标签→自动导入），反向IMA→WorkBuddy（检索→分析→生成报告）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核心成果数据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效率提升与质量改善量化指标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效率提升对比数据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质量改善量化指标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5大KPI指标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 技术报告生成效率提升 | 83% 申报简表起草时间缩短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901952"/>
            <a:ext cx="831875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 指南编写效率提升 | 7x 可研报告生成效率提升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340864"/>
            <a:ext cx="831875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 Demo原型开发周期缩短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30118" y="2578608"/>
            <a:ext cx="8684514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30118" y="257860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67278" y="262432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各环节效率对比表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412998" y="303580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申报简表：2-3天→0.5天（↓83%）| 通过率80%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12998" y="335584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指南编写：1周→1-2天（↑5x）| 对齐度95%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12998" y="367588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可研报告：2周→2天（↑7x）| 图表22张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12998" y="399592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技术报告：2周→1-2天（↑10x）| 140规则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2998" y="4315968"/>
            <a:ext cx="8318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Demo原型：2周→3天（↓85%）| 交互可视化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30118" y="4517136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7278" y="4572000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核心发现：脚本化生成&gt;对话式生成，数据→图表→文字全链路自动化是最大效率突破点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实践心得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6条核心经验总结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实践心得总结(上)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实践心得总结(下)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2286000"/>
          </a:xfrm>
          <a:prstGeom prst="rect">
            <a:avLst>
              <a:gd name="adj" fmla="val 32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脚本化 &gt; 对话式：一次编写脚本可多次复用迭代，效率远超逐轮对话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801368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知识库是核心基础：AI知识生产基础库构建是所有工作的前提，双路径采集确保知识质量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139696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模板库是关键前提：历史材料沉淀越丰富，AI生成效果越好，质量越稳定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478024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数据→图表→文字全链路：从原始数据到分析报告的全自动化是最大突破点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816352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人工审核不可少：政策合规、技术深度、核心创新点必须专家把关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12998" y="3154680"/>
            <a:ext cx="83187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前端原型效果最好：HTML/CSS/JS可视化组件，AI生成代码质量最高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30118" y="3401568"/>
            <a:ext cx="8684514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30118" y="3401568"/>
            <a:ext cx="8684514" cy="365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67278" y="344728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412998" y="3858768"/>
            <a:ext cx="8318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AI不是替代人，而是重新定义工作流——把重复劳动交给机器，把创造性思考留给人类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2998" y="4270248"/>
            <a:ext cx="8318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真正的变化不是工具，而是工作流的重新定义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412998" y="4681728"/>
            <a:ext cx="83187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知识沉淀越厚，AI杠杆越大——知识库是AI效率的乘数因子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230118" y="4882896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937760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"真正的变化不是工具，而是工作流的重新定义"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规划展望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5486400"/>
          </a:xfrm>
          <a:prstGeom prst="rect">
            <a:avLst>
              <a:gd name="adj" fmla="val 309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2681478" cy="466344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143000"/>
            <a:ext cx="26814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未来规划路线图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30118" y="1005840"/>
            <a:ext cx="8684514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深化阶段 (2026 Q3)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可研报告脚本全面标准化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PPT生成脚本模板库建设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技术报告自动生成优化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知识库双路径全面接入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30118" y="2487168"/>
            <a:ext cx="8684514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0118" y="2487168"/>
            <a:ext cx="8684514" cy="365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7278" y="253288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拓展阶段 (2026 Q4)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12998" y="294436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跨项目知识库互联互通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12998" y="323697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团队AI能力培训体系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12998" y="352958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多区域项目协同模板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12998" y="382219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智能评审辅助工具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30118" y="3968496"/>
            <a:ext cx="8684514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30118" y="3968496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67278" y="401421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固化阶段 (2027)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12998" y="442569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全流程自动化流水线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412998" y="471830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AI辅助决策支持系统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412998" y="501091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知识资产持续沉淀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12998" y="530352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团队AI成熟度评估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30118" y="544982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67278" y="550468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愿景：从AI辅助到AI驱动，从单点工具到全流程自动化流水线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601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AI实践持续推进中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103601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补充案例 — IDP赋能与周报自动化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团队个人发展可视化 + 邮件兼容HTML周报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36342" cy="206197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115568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IDP个人发展计划可视化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744468"/>
            <a:ext cx="2955798" cy="2601468"/>
          </a:xfrm>
          <a:prstGeom prst="rect">
            <a:avLst>
              <a:gd name="adj" fmla="val 3515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55364"/>
            <a:ext cx="2736342" cy="2061972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3854196"/>
            <a:ext cx="27363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周报HTML自动分发示例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30118" y="1005840"/>
            <a:ext cx="8684514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30118" y="1005840"/>
            <a:ext cx="868451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7278" y="1051560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IDP可视化系统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2998" y="1463040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12人团队架构可视化：1统筹+2A+3B+6C层级展示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2998" y="1755648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个人发展路径：技能雷达图+成长轨迹+目标追踪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2998" y="2048256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区域覆盖：贵州/云南/新疆/山东/广东业务布局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2998" y="2340864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idp_v3.html开发中：交互式组件+动态数据更新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2998" y="2633472"/>
            <a:ext cx="83187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AI辅助：WorkBuddy生成前端代码→人工调试→快速验证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30118" y="2761488"/>
            <a:ext cx="8684514" cy="1280160"/>
          </a:xfrm>
          <a:prstGeom prst="rect">
            <a:avLst>
              <a:gd name="adj" fmla="val 571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30118" y="2761488"/>
            <a:ext cx="868451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7278" y="2807208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周报自动化系统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12998" y="3218688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邮件兼容HTML格式：内联样式+表格布局，确保多端显示一致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12998" y="3566160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内容追加原则：新数据追加而非覆盖，历史可追溯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2998" y="3913632"/>
            <a:ext cx="83187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自动化流水线：数据汇总→HTML周报生成→邮件分发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30118" y="4151376"/>
            <a:ext cx="8684514" cy="731520"/>
          </a:xfrm>
          <a:prstGeom prst="rect">
            <a:avLst>
              <a:gd name="adj" fmla="val 10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30118" y="4151376"/>
            <a:ext cx="868451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67278" y="4197096"/>
            <a:ext cx="84101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3412998" y="4608576"/>
            <a:ext cx="83187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IDP覆盖12人团队 | 周报100%自动化 | HTML邮件兼容多端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30118" y="4992624"/>
            <a:ext cx="8684514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67278" y="5047488"/>
            <a:ext cx="8410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心得：可视化是团队管理的关键工具，HTML周报格式是邮件分发的最佳实践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科技项目全流程AI应用实践与心得</dc:title>
  <dc:subject>PptxGenJS Presentation</dc:subject>
  <dc:creator>科创业务中心</dc:creator>
  <cp:lastModifiedBy>科创业务中心</cp:lastModifiedBy>
  <cp:revision>1</cp:revision>
  <dcterms:created xsi:type="dcterms:W3CDTF">2026-06-07T08:58:03Z</dcterms:created>
  <dcterms:modified xsi:type="dcterms:W3CDTF">2026-06-07T08:58:03Z</dcterms:modified>
</cp:coreProperties>
</file>