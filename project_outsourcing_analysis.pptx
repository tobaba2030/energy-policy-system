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项目任务外委情况分析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 OF PROJECT TASK OUTSOURCING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D6E6F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F5E6D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029200"/>
            <a:ext cx="1097280" cy="1097280"/>
          </a:xfrm>
          <a:prstGeom prst="ellipse">
            <a:avLst/>
          </a:prstGeom>
          <a:solidFill>
            <a:srgbClr val="F5E6D3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6583680" cy="4754880"/>
          </a:xfrm>
          <a:prstGeom prst="roundRect">
            <a:avLst>
              <a:gd name="adj" fmla="val 1923"/>
            </a:avLst>
          </a:prstGeom>
          <a:solidFill>
            <a:srgbClr val="D6E6F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任务1：基于多源数据的负荷特性解析与多维画像技术研究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2801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是否外委：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全部外委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011680"/>
            <a:ext cx="12801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核心能力外委：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01168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F5E6D3"/>
          </a:solidFill>
          <a:ln w="6350">
            <a:solidFill>
              <a:srgbClr val="E8B8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外委费用：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90万元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外委占比：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2148840"/>
            <a:ext cx="457200" cy="457200"/>
          </a:xfrm>
          <a:prstGeom prst="pi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834640"/>
            <a:ext cx="25603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80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外委内容：建立多维资源画像指标体系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834640"/>
            <a:ext cx="3474720" cy="731520"/>
          </a:xfrm>
          <a:prstGeom prst="roundRect">
            <a:avLst>
              <a:gd name="adj" fmla="val 6250"/>
            </a:avLst>
          </a:prstGeom>
          <a:solidFill>
            <a:srgbClr val="F5E6D3"/>
          </a:solidFill>
          <a:ln w="6350">
            <a:solidFill>
              <a:srgbClr val="E8B8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880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外委原因：研发技术不足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657600"/>
            <a:ext cx="6217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033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合作单位选定标准：具备多类型负荷分析和人工智能创新研发能力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外委经费测算依据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5E6D3"/>
          </a:solidFill>
          <a:ln w="6350">
            <a:solidFill>
              <a:srgbClr val="E8B8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00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8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人工费：68.5万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5029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1、数据收集整理，初级研究员2人×4月×2.5万/人=20万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" y="52120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2、数据收集整理，初级研究员2人×10.5万/人=30万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5394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3、测试化验加工费，初级研究员2人×10万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475488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5E6D3"/>
          </a:solidFill>
          <a:ln w="6350">
            <a:solidFill>
              <a:srgbClr val="E8B8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800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▶测试化验加工费：20万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43600" y="47548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5E6D3"/>
          </a:solidFill>
          <a:ln w="6350">
            <a:solidFill>
              <a:srgbClr val="E8B8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4800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会议差旅费：1.5万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23760" y="11887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FB3D5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55280" y="1417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任务2：机理与数据融合驱动的多类型负荷高保真仿真建模技术研究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6640" y="22860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D6E6F2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2331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是否外委：否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515600" y="2560320"/>
            <a:ext cx="457200" cy="457200"/>
          </a:xfrm>
          <a:prstGeom prst="ellipse">
            <a:avLst/>
          </a:prstGeom>
          <a:solidFill>
            <a:srgbClr val="F5E6D3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5156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223760" y="34747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FB3D5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95528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任务3：面向多市场的市场化交易支撑策略研究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06640" y="45720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D6E6F2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4617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是否外委：否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515600" y="4846320"/>
            <a:ext cx="457200" cy="457200"/>
          </a:xfrm>
          <a:prstGeom prst="ellipse">
            <a:avLst/>
          </a:prstGeom>
          <a:solidFill>
            <a:srgbClr val="F5E6D3">
              <a:alpha val="5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5156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2026-05-11T08:15:03Z</dcterms:created>
  <dcterms:modified xsi:type="dcterms:W3CDTF">2026-05-11T08:15:03Z</dcterms:modified>
</cp:coreProperties>
</file>