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 &amp;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（一）研究背景及思路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"/>
            <a:ext cx="137160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20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0" y="5486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中国南方电网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09728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Policy Drivers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面临的形势环境——内部产业政策驱动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57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国家及行业陆续出台多项政策，推动新型电力系统及全国统一电力市场建设，驱动电力量测系统朝"高频采集、超大存储、超强处理"技术方向发展，实现质变跃升。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系统全面升级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560320" cy="2011680"/>
          </a:xfrm>
          <a:prstGeom prst="rect">
            <a:avLst/>
          </a:prstGeom>
          <a:solidFill>
            <a:srgbClr val="1A2A42"/>
          </a:solidFill>
          <a:ln w="12700">
            <a:solidFill>
              <a:srgbClr val="2A4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73152" cy="20116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传统系统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80560"/>
          <a:ext cx="2194560" cy="10058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数据采集频率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日频次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数据存储容量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数据处理能力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小时级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154680" y="4389120"/>
            <a:ext cx="548640" cy="731520"/>
          </a:xfrm>
          <a:prstGeom prst="rightArrow">
            <a:avLst/>
          </a:prstGeom>
          <a:solidFill>
            <a:srgbClr val="00D4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154680" y="4663440"/>
            <a:ext cx="548640" cy="137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3218688" y="44348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0" y="3749040"/>
            <a:ext cx="2560320" cy="2011680"/>
          </a:xfrm>
          <a:prstGeom prst="rect">
            <a:avLst/>
          </a:prstGeom>
          <a:solidFill>
            <a:srgbClr val="F0F7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40480" y="3749040"/>
            <a:ext cx="73152" cy="2011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4023360" y="3886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System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02336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新型系统</a:t>
            </a:r>
            <a:endParaRPr lang="en-US" sz="1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4480560"/>
          <a:ext cx="2194560" cy="10058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数据采集频率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数据存储容量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PB级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数据处理能力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秒级实时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65836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Drivers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5836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多维政策驱动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583680" y="3749040"/>
            <a:ext cx="1005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583680" y="3749040"/>
            <a:ext cx="100584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28"/>
          <p:cNvSpPr/>
          <p:nvPr/>
        </p:nvSpPr>
        <p:spPr>
          <a:xfrm>
            <a:off x="662940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新能源接入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29400" y="41605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大规模新能源接入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用户侧实时互动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635240" y="3749040"/>
            <a:ext cx="1005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635240" y="3749040"/>
            <a:ext cx="100584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Text 32"/>
          <p:cNvSpPr/>
          <p:nvPr/>
        </p:nvSpPr>
        <p:spPr>
          <a:xfrm>
            <a:off x="768096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分布式光伏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680960" y="41605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分布式光伏四可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686800" y="3749040"/>
            <a:ext cx="1005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686800" y="3749040"/>
            <a:ext cx="100584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6"/>
          <p:cNvSpPr/>
          <p:nvPr/>
        </p:nvSpPr>
        <p:spPr>
          <a:xfrm>
            <a:off x="8732520" y="3840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电能质量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732520" y="41605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用户电能质量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分钟级监测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7200" y="5943600"/>
            <a:ext cx="25603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6035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采集频率提升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2286000" y="6035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1440x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3200400" y="5943600"/>
            <a:ext cx="25603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83280" y="6035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存储容量扩展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029200" y="6035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1000x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5943600" y="5943600"/>
            <a:ext cx="25603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126480" y="6035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处理速度提升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7772400" y="6035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3600x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48"/>
          <p:cNvSpPr/>
          <p:nvPr/>
        </p:nvSpPr>
        <p:spPr>
          <a:xfrm>
            <a:off x="457200" y="669340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Southern Power Grid | © 2024 All Rights Reserved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858000" y="66934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| Big Data |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China Southern Power 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Smart Grid Measurement System</dc:title>
  <dc:subject>Research Background and Methodology</dc:subject>
  <dc:creator>China Southern Power Grid</dc:creator>
  <cp:lastModifiedBy>China Southern Power Grid</cp:lastModifiedBy>
  <cp:revision>1</cp:revision>
  <dcterms:created xsi:type="dcterms:W3CDTF">2026-05-13T07:04:16Z</dcterms:created>
  <dcterms:modified xsi:type="dcterms:W3CDTF">2026-05-13T07:04:16Z</dcterms:modified>
</cp:coreProperties>
</file>