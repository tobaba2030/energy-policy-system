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（一）研究背景及思路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0" y="182880"/>
            <a:ext cx="18288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中国南方电网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06640" y="502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SOUTHERN POWER GRID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面临的形势环境——内部产业政策驱动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国家及行业陆续出台多项政策，推动新型电力系统及全国统一电力市场建设，驱动电力量测系统朝"高频采集、超大存储、超强处理"技术方向发展，实现质变跃升。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840480" cy="2011680"/>
          </a:xfrm>
          <a:prstGeom prst="rect">
            <a:avLst/>
          </a:prstGeom>
          <a:solidFill>
            <a:srgbClr val="E6F2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传统系统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347472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数据采集频率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日频次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数据存储容量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数据处理能力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非实时：小时级/千万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2377440"/>
            <a:ext cx="3840480" cy="2011680"/>
          </a:xfrm>
          <a:prstGeom prst="rect">
            <a:avLst/>
          </a:prstGeom>
          <a:solidFill>
            <a:srgbClr val="E6F2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新型系统</a:t>
            </a:r>
            <a:endParaRPr lang="en-US" sz="18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834640"/>
          <a:ext cx="347472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数据采集频率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数据存储容量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PB级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数据处理能力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非实时：分钟级/千万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实时：秒级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389120" y="3017520"/>
            <a:ext cx="365760" cy="731520"/>
          </a:xfrm>
          <a:prstGeom prst="rightArrow">
            <a:avLst/>
          </a:prstGeom>
          <a:solidFill>
            <a:srgbClr val="0066CC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4572000"/>
            <a:ext cx="1371600" cy="1371600"/>
          </a:xfrm>
          <a:prstGeom prst="rect">
            <a:avLst/>
          </a:prstGeom>
          <a:solidFill>
            <a:srgbClr val="E6F2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669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系统全面升级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011680" y="45720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011680" y="4572000"/>
            <a:ext cx="1463040" cy="228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5"/>
          <p:cNvSpPr/>
          <p:nvPr/>
        </p:nvSpPr>
        <p:spPr>
          <a:xfrm>
            <a:off x="2057400" y="4892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大规模新能源接入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用户侧实时互动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108960" y="4572000"/>
            <a:ext cx="320040" cy="3200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1" name="Shape 17"/>
          <p:cNvSpPr/>
          <p:nvPr/>
        </p:nvSpPr>
        <p:spPr>
          <a:xfrm>
            <a:off x="3566160" y="45720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566160" y="4572000"/>
            <a:ext cx="1463040" cy="228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3" name="Text 19"/>
          <p:cNvSpPr/>
          <p:nvPr/>
        </p:nvSpPr>
        <p:spPr>
          <a:xfrm>
            <a:off x="3611880" y="4892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分布式光伏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四可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63440" y="4572000"/>
            <a:ext cx="320040" cy="3200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5" name="Shape 21"/>
          <p:cNvSpPr/>
          <p:nvPr/>
        </p:nvSpPr>
        <p:spPr>
          <a:xfrm>
            <a:off x="5120640" y="45720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120640" y="4572000"/>
            <a:ext cx="1463040" cy="228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Text 23"/>
          <p:cNvSpPr/>
          <p:nvPr/>
        </p:nvSpPr>
        <p:spPr>
          <a:xfrm>
            <a:off x="5166360" y="4892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用户电能质量分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钟级监测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17920" y="4572000"/>
            <a:ext cx="320040" cy="3200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9" name="Shape 25"/>
          <p:cNvSpPr/>
          <p:nvPr/>
        </p:nvSpPr>
        <p:spPr>
          <a:xfrm>
            <a:off x="6675120" y="45720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675120" y="4572000"/>
            <a:ext cx="1463040" cy="228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7"/>
          <p:cNvSpPr/>
          <p:nvPr/>
        </p:nvSpPr>
        <p:spPr>
          <a:xfrm>
            <a:off x="6720840" y="4892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停电实时感知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772400" y="4572000"/>
            <a:ext cx="320040" cy="3200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33" name="Shape 29"/>
          <p:cNvSpPr/>
          <p:nvPr/>
        </p:nvSpPr>
        <p:spPr>
          <a:xfrm>
            <a:off x="8229600" y="45720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29600" y="4572000"/>
            <a:ext cx="1463040" cy="228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5" name="Text 31"/>
          <p:cNvSpPr/>
          <p:nvPr/>
        </p:nvSpPr>
        <p:spPr>
          <a:xfrm>
            <a:off x="8275320" y="4892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全量参与用户现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9326880" y="4572000"/>
            <a:ext cx="320040" cy="3200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37" name="Shape 33"/>
          <p:cNvSpPr/>
          <p:nvPr/>
        </p:nvSpPr>
        <p:spPr>
          <a:xfrm>
            <a:off x="457200" y="6035040"/>
            <a:ext cx="1371600" cy="457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" y="6080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多维政策驱动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CSG.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China Southern Power 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of Power Measurement Systems</dc:title>
  <dc:subject>Research Background and Methodology</dc:subject>
  <dc:creator>China Southern Power Grid</dc:creator>
  <cp:lastModifiedBy>China Southern Power Grid</cp:lastModifiedBy>
  <cp:revision>1</cp:revision>
  <dcterms:created xsi:type="dcterms:W3CDTF">2026-05-13T06:54:35Z</dcterms:created>
  <dcterms:modified xsi:type="dcterms:W3CDTF">2026-05-13T06:54:35Z</dcterms:modified>
</cp:coreProperties>
</file>