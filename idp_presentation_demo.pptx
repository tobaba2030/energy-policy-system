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电网领域科创业务中心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个人数字化AI专项IDP落地执行手册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v4.0 | 核心业务强化版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执行周期：2026年6月 - 2027年1月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五、科技项目原型设计与Demo开发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随着AI技术快速发展，大模型在电网领域应用前景广阔。本计划聚焦核心业务场景，打造AI辅助工具矩阵，大幅提升业务效率。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50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申报效率整体提升60%以上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建成完整的业务场景AI辅助体系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完成科技项目原型设计与Demo开发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全员掌握AI工具应用</a:t>
            </a:r>
            <a:endParaRPr lang="en-US" sz="1600" dirty="0"/>
          </a:p>
        </p:txBody>
      </p:sp>
      <p:pic>
        <p:nvPicPr>
          <p:cNvPr id="7" name="Image 0" descr="c:\AI学习资料\mesheer\idp_charts\idp_chart01_ai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时间规划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时间周期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2026.6-2026.7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AI工具配置+核心业务梳理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完成申报简表、指南、可研模板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2026.7-2026.8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AI辅助体系建立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60+提示词模板+业务工具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2026.8-2026.9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科技项目原型开发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原型设计+DM开发初步成果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2026.9-2027.1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能力提升与深化应用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标书模板+全面应用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3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核心用途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3.5 Sonnet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申报简表、指南、可研撰写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GPT-4o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标书撰写、多模态内容生成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PPT自动生成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原型开发、代码生成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第1周行动清单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周一：AI工具选型与账号注册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周二：核心业务场景梳理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周三：首批提示词模板制作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周四：第一个业务场景AI尝试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周五：团队AI分享会+复盘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申报简表AI辅助系统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简表自动生成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亮点智能提炼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申报指南AI分析系统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方向智能匹配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材料清单生成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可研报告AI辅助系统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技术方案设计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经济性分析+风险评估</a:t>
            </a:r>
            <a:endParaRPr lang="en-US" sz="1600" dirty="0"/>
          </a:p>
        </p:txBody>
      </p:sp>
      <p:pic>
        <p:nvPicPr>
          <p:cNvPr id="9" name="Image 0" descr="c:\AI学习资料\mesheer\idp_charts\idp_chart06_effici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126480"/>
            <a:ext cx="10972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系统定位：为电网科技项目投标提供全流程AI支持，提升标书撰写效率70%以上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AI+历史数据分析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模板+知识库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标准化模板+AI填充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价格策略优化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成本模型+市场分析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合规自动检查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规则引擎+AI校验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标书排版优化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格式模板+自动化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五、科技项目原型设计与Demo开发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原型设计效率提升70%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完成多个科技项目Demo开发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形成3-5个可复用原型库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培养2-3个原型设计专家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原型设计AI辅助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原型快速构建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方案比选优化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文档自动生成</a:t>
            </a:r>
            <a:endParaRPr lang="en-US" sz="1600" dirty="0"/>
          </a:p>
        </p:txBody>
      </p:sp>
      <p:pic>
        <p:nvPicPr>
          <p:cNvPr id="7" name="Image 0" descr="c:\AI学习资料\mesheer\idp_charts\idp_chart08_assignmen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DM决策管理平台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平台定位：构建智能化决策支持系统，实现项目全生命周期的科学决策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沉淀专家经验、智能检索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AI辅助决策、方案推荐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大语言模型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审批流程、任务分配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工作流引擎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项目数据、决策分析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BI+AI分析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风险识别、预警推送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原型设计流程：Step1. 需求输入 → Step2. 架构设计 → Step3. 原型构建 → Step4. 方案优化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实现7天完成完整项目原型设计，效率提升70%！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开始使用AI工具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完成工具配置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日常业务应用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完成3个业务场景AI辅助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熟练使用+优化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60+模板+持续优化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创新应用+推广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原型设计+DM系统上线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专家级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方法论输出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形成可复制的方法论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9_mat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团队分工与成功关键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320040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主要负责任务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申报简表系统、文献智能管理系统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李明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账号配置、申报书模板、文献智能管理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政策库、申报指南系统、投标策略分析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首批提示词模板、技术创新点挖掘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典型案例库、商务标撰写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文献资料库、决策知识库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可研报告系统、智能决策助手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PPT模板、术语翻译系统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技术报告模板、数据分析看板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小论文模板、风险预警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029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聚焦核心业务：重点突破申报简表、指南、可研、标书等高频业务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快速迭代验证：小步快跑，每周都有小成果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团队协作共享：每周分享经验，共同进步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业务导向驱动：始终围绕实际工作需求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78638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8个月系统性AI能力建设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重点突破4大核心业务场景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完成科技项目原型设计与Demo开发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预计效率提升60%以上！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电网领域科创业务中心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电网领域AI专项IDP落地执行手册</dc:title>
  <dc:subject>个人数字化AI专项IDP落地执行手册</dc:subject>
  <dc:creator>电网领域科创业务中心</dc:creator>
  <cp:lastModifiedBy>电网领域科创业务中心</cp:lastModifiedBy>
  <cp:revision>1</cp:revision>
  <dcterms:created xsi:type="dcterms:W3CDTF">2026-05-28T08:21:08Z</dcterms:created>
  <dcterms:modified xsi:type="dcterms:W3CDTF">2026-05-28T08:21:08Z</dcterms:modified>
</cp:coreProperties>
</file>