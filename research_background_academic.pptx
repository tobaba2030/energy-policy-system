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274320"/>
            <a:ext cx="1828800" cy="731520"/>
          </a:xfrm>
          <a:prstGeom prst="rect">
            <a:avLst/>
          </a:prstGeom>
          <a:solidFill>
            <a:srgbClr val="1E40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92640" y="4114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中国南方电网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92640" y="6217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SOUTHERN POWER GRID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（一）研究背景及思路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1371600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77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面临的问题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面对安全形势加剧与产业政策发展双重驱动，电力量测系统数字化转型需要解决以下三方面问题：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91640"/>
            <a:ext cx="3474720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7647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7647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系统架构重构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2240280"/>
            <a:ext cx="3017520" cy="1371600"/>
          </a:xfrm>
          <a:prstGeom prst="rect">
            <a:avLst>
              <a:gd name="adj" fmla="val 3333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377440"/>
            <a:ext cx="228600" cy="22860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2697480"/>
            <a:ext cx="228600" cy="22860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017520"/>
            <a:ext cx="228600" cy="22860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337560"/>
            <a:ext cx="228600" cy="22860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5880" y="2286000"/>
            <a:ext cx="914400" cy="1554480"/>
          </a:xfrm>
          <a:prstGeom prst="rect">
            <a:avLst>
              <a:gd name="adj" fmla="val 3000"/>
            </a:avLst>
          </a:prstGeom>
          <a:solidFill>
            <a:srgbClr val="60A5FA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68880" y="2560320"/>
            <a:ext cx="731520" cy="1005840"/>
          </a:xfrm>
          <a:prstGeom prst="rect">
            <a:avLst>
              <a:gd name="adj" fmla="val 3750"/>
            </a:avLst>
          </a:prstGeom>
          <a:solidFill>
            <a:srgbClr val="1E40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2487168"/>
            <a:ext cx="914400" cy="914400"/>
          </a:xfrm>
          <a:prstGeom prst="line">
            <a:avLst/>
          </a:prstGeom>
          <a:noFill/>
          <a:ln w="19050">
            <a:solidFill>
              <a:srgbClr val="60A5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4128" y="2807208"/>
            <a:ext cx="914400" cy="914400"/>
          </a:xfrm>
          <a:prstGeom prst="line">
            <a:avLst/>
          </a:prstGeom>
          <a:noFill/>
          <a:ln w="19050">
            <a:solidFill>
              <a:srgbClr val="60A5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" y="3127248"/>
            <a:ext cx="914400" cy="914400"/>
          </a:xfrm>
          <a:prstGeom prst="line">
            <a:avLst/>
          </a:prstGeom>
          <a:noFill/>
          <a:ln w="19050">
            <a:solidFill>
              <a:srgbClr val="60A5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4128" y="3447288"/>
            <a:ext cx="914400" cy="914400"/>
          </a:xfrm>
          <a:prstGeom prst="line">
            <a:avLst/>
          </a:prstGeom>
          <a:noFill/>
          <a:ln w="19050">
            <a:solidFill>
              <a:srgbClr val="60A5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40280" y="2880360"/>
            <a:ext cx="914400" cy="914400"/>
          </a:xfrm>
          <a:prstGeom prst="line">
            <a:avLst/>
          </a:prstGeom>
          <a:noFill/>
          <a:ln w="19050">
            <a:solidFill>
              <a:srgbClr val="1E40A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749040"/>
            <a:ext cx="3017520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74904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海量高速写入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" y="4005072"/>
            <a:ext cx="3017520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00507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PB级数据存储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5800" y="4261104"/>
            <a:ext cx="3017520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2611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分钟级离线处理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5800" y="4517136"/>
            <a:ext cx="3017520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51713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秒级实时处理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480560"/>
            <a:ext cx="3474720" cy="411480"/>
          </a:xfrm>
          <a:prstGeom prst="rect">
            <a:avLst/>
          </a:prstGeom>
          <a:solidFill>
            <a:srgbClr val="FEF2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526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任意单一数据存储计算架构都无法同时满足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97680" y="169164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97680" y="1691640"/>
            <a:ext cx="347472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34840" y="17647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846320" y="17647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1分钟频次数据入库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26280" y="2240280"/>
            <a:ext cx="3017520" cy="1645920"/>
          </a:xfrm>
          <a:prstGeom prst="rect">
            <a:avLst>
              <a:gd name="adj" fmla="val 2778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0" y="23317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电力量测领域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2560320"/>
            <a:ext cx="731520" cy="201168"/>
          </a:xfrm>
          <a:prstGeom prst="rect">
            <a:avLst/>
          </a:prstGeom>
          <a:solidFill>
            <a:srgbClr val="1E40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25603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数据记录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663440" y="2788920"/>
            <a:ext cx="731520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27889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更新记录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623560" y="2560320"/>
            <a:ext cx="914400" cy="429768"/>
          </a:xfrm>
          <a:prstGeom prst="roundRect">
            <a:avLst>
              <a:gd name="adj" fmla="val 42553"/>
            </a:avLst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23560" y="2560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合并为1条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394960" y="2660904"/>
            <a:ext cx="914400" cy="91440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32120" y="306324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传统场景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63440" y="3291840"/>
            <a:ext cx="731520" cy="201168"/>
          </a:xfrm>
          <a:prstGeom prst="rect">
            <a:avLst/>
          </a:prstGeom>
          <a:solidFill>
            <a:srgbClr val="1E40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63440" y="32918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数据记录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663440" y="3520440"/>
            <a:ext cx="731520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63440" y="35204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更新记录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623560" y="3291840"/>
            <a:ext cx="914400" cy="429768"/>
          </a:xfrm>
          <a:prstGeom prst="roundRect">
            <a:avLst>
              <a:gd name="adj" fmla="val 42553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23560" y="3291840"/>
            <a:ext cx="914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每次1条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297680" y="4480560"/>
            <a:ext cx="3474720" cy="411480"/>
          </a:xfrm>
          <a:prstGeom prst="rect">
            <a:avLst/>
          </a:prstGeom>
          <a:solidFill>
            <a:srgbClr val="FEF2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80560" y="4526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传统分布式关系型数据高速入库方法无法解决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138160" y="169164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138160" y="1691640"/>
            <a:ext cx="3474720" cy="411480"/>
          </a:xfrm>
          <a:prstGeom prst="rect">
            <a:avLst/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275320" y="17647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8686800" y="17647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数据应用一致性及经济性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8366760" y="2240280"/>
            <a:ext cx="3017520" cy="1645920"/>
          </a:xfrm>
          <a:prstGeom prst="rect">
            <a:avLst>
              <a:gd name="adj" fmla="val 2778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503920" y="2377440"/>
            <a:ext cx="54864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503920" y="2377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下级系统1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8503920" y="2834640"/>
            <a:ext cx="54864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03920" y="2834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下级系统2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8503920" y="3291840"/>
            <a:ext cx="54864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503920" y="32918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下级系统3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9235440" y="2468880"/>
            <a:ext cx="365760" cy="1463040"/>
          </a:xfrm>
          <a:prstGeom prst="rect">
            <a:avLst>
              <a:gd name="adj" fmla="val 7500"/>
            </a:avLst>
          </a:prstGeom>
          <a:solidFill>
            <a:srgbClr val="60A5FA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235440" y="2468880"/>
            <a:ext cx="365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9784080" y="2880360"/>
            <a:ext cx="1280160" cy="731520"/>
          </a:xfrm>
          <a:prstGeom prst="ellipse">
            <a:avLst/>
          </a:prstGeom>
          <a:solidFill>
            <a:srgbClr val="1E40AF">
              <a:alpha val="85000"/>
            </a:srgbClr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784080" y="283464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上级数据融合应用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9052560" y="2560320"/>
            <a:ext cx="914400" cy="91440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052560" y="3017520"/>
            <a:ext cx="914400" cy="91440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052560" y="3474720"/>
            <a:ext cx="914400" cy="91440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601200" y="2880360"/>
            <a:ext cx="914400" cy="91440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138160" y="4480560"/>
            <a:ext cx="3474720" cy="411480"/>
          </a:xfrm>
          <a:prstGeom prst="rect">
            <a:avLst/>
          </a:prstGeom>
          <a:solidFill>
            <a:srgbClr val="FEF2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321040" y="4526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两级应用源数据不一致，经济性不高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0" y="5897880"/>
            <a:ext cx="121889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57200" y="5989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©CSG 2022. All Rights Reserved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2026-05-14T13:46:40Z</dcterms:created>
  <dcterms:modified xsi:type="dcterms:W3CDTF">2026-05-14T13:46:40Z</dcterms:modified>
</cp:coreProperties>
</file>