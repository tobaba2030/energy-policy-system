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新型电力系统建设与计量技术发展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源网荷储协同 · 智能柔性计量 · 助力双碳目标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12064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电网领域培训材料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第一部分：新型电力系统的概念</a:t>
            </a:r>
            <a:endParaRPr lang="en-US" sz="24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第二部分：新型电力系统的特征与表现形式</a:t>
            </a:r>
            <a:endParaRPr lang="en-US" sz="24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第三部分：源网荷储各环节的变革</a:t>
            </a:r>
            <a:endParaRPr lang="en-US" sz="24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第四部分：计量领域的创新与应用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新型电力系统的定义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77295" cy="1097280"/>
          </a:xfrm>
          <a:prstGeom prst="roundRect">
            <a:avLst/>
          </a:prstGeom>
          <a:solidFill>
            <a:srgbClr val="E6F2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官方定义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以高比例新能源供给消纳为主线任务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源网荷储多向协同、灵活互动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以坚强、智能、柔性电网为枢纽平台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技术创新和体制机制创新为基础保障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4937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目标定位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5303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新型能源体系的核心组成与碳中和关键支撑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政策背景与发展历程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394960" cy="2286000"/>
          </a:xfrm>
          <a:prstGeom prst="rect">
            <a:avLst/>
          </a:prstGeom>
          <a:solidFill>
            <a:srgbClr val="F0F8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国家战略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双碳目标：2030碳达峰、2060碳中和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能源安全新战略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构建新型能源体系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394960" cy="2286000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最新政策（2025年）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0" y="192024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《电力系统调节能力优化专项行动实施方案》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《政府工作报告》：着力构建新型电力系统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西宁市源网荷储一体化示范城市立法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11277295" cy="2103120"/>
          </a:xfrm>
          <a:prstGeom prst="rect">
            <a:avLst/>
          </a:prstGeom>
          <a:solidFill>
            <a:srgbClr val="FFFFF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C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投资规模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国家电网"十五五"时期固定资产投资总额将达4万亿元，较"十四五"时期增长40%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建设新型电力系统的必要性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394960" cy="1188720"/>
          </a:xfrm>
          <a:prstGeom prst="roundRect">
            <a:avLst/>
          </a:prstGeom>
          <a:solidFill>
            <a:srgbClr val="E6F2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能源安全保障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降低对化石能源的依赖，保障能源供应安全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394960" cy="1188720"/>
          </a:xfrm>
          <a:prstGeom prst="roundRect">
            <a:avLst/>
          </a:prstGeom>
          <a:solidFill>
            <a:srgbClr val="E6FFE6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清洁低碳转型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推动能源绿色低碳发展，实现双碳目标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5394960" cy="1188720"/>
          </a:xfrm>
          <a:prstGeom prst="roundRect">
            <a:avLst/>
          </a:prstGeom>
          <a:solidFill>
            <a:srgbClr val="FFF0E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C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经济高质量发展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培育新能源、储能、智能电网等新产业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2743200"/>
            <a:ext cx="5394960" cy="1188720"/>
          </a:xfrm>
          <a:prstGeom prst="roundRect">
            <a:avLst/>
          </a:prstGeom>
          <a:solidFill>
            <a:srgbClr val="FFF0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926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国际竞争需要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3383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抢占能源技术制高点，提升国际竞争力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新型电力系统的核心特征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463040"/>
            <a:ext cx="2286000" cy="2286000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1031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高比例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937760" y="1463040"/>
            <a:ext cx="2286000" cy="2286000"/>
          </a:xfrm>
          <a:prstGeom prst="ellipse">
            <a:avLst/>
          </a:prstGeom>
          <a:solidFill>
            <a:srgbClr val="006600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0" y="21031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源网荷储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一体化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503920" y="1463040"/>
            <a:ext cx="2286000" cy="2286000"/>
          </a:xfrm>
          <a:prstGeom prst="ellipse">
            <a:avLst/>
          </a:prstGeom>
          <a:solidFill>
            <a:srgbClr val="CC6600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21031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坚强智能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柔性电网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0" y="4023360"/>
            <a:ext cx="4876495" cy="914400"/>
          </a:xfrm>
          <a:prstGeom prst="rect">
            <a:avLst/>
          </a:prstGeom>
          <a:solidFill>
            <a:srgbClr val="993366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4206240"/>
            <a:ext cx="4876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技术与机制创新双轮驱动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特征一：高比例新能源（表现形式）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新能源装机占比超50%，成为电力装机主体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风电、光伏成为主力电源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随机性、波动性、间歇性挑战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案例：西北新能源基地建设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特征二：源网荷储一体化（表现形式）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打破传统电力管理的条块分割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多能互补、灵活互动的能源生态体系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建立更加开放、灵活、高效的市场运行机制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以改革释放制度红利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特征三：坚强智能柔性电网（表现形式）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电网智能化与柔性化改造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支撑高比例新能源就地消纳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多元负荷灵活互动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成为新型电力系统的核心枢纽平台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特征四：数字与AI赋能（表现形式）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AI技术深度融合</a:t>
            </a:r>
            <a:endParaRPr lang="en-US" sz="2200" dirty="0"/>
          </a:p>
          <a:p>
            <a:pPr marL="228600" indent="-2286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相关数据显示，到2025年，我国人工智能核心产业规模将超过1.2万亿元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算力与电力柔性共生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大数据分析与智能决策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物联网技术广泛应用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传统电力系统与新型电力系统对比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/>
              <a:tblGrid>
                <a:gridCol w="3759098"/>
                <a:gridCol w="3759098"/>
                <a:gridCol w="3759098"/>
              </a:tblGrid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对比维度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传统电力系统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新型电力系统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FE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电源结构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化石能源为主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新能源为主（占比超50%）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电网形态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单向输送、刚性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智能柔性、双向互动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运行模式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源随荷动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源网荷储协同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用户角色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被动消费者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产销者、主动参与者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源网荷储整体变革框架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394960" cy="11887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源侧：清洁化、分散化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309360" y="1371600"/>
            <a:ext cx="5394960" cy="1188720"/>
          </a:xfrm>
          <a:prstGeom prst="rect">
            <a:avLst/>
          </a:prstGeom>
          <a:solidFill>
            <a:srgbClr val="00993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0" y="164592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网侧：智能化、柔性化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5394960" cy="1188720"/>
          </a:xfrm>
          <a:prstGeom prst="rect">
            <a:avLst/>
          </a:prstGeom>
          <a:solidFill>
            <a:srgbClr val="CC66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1752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荷侧：主动化、互动化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309360" y="2743200"/>
            <a:ext cx="5394960" cy="1188720"/>
          </a:xfrm>
          <a:prstGeom prst="rect">
            <a:avLst/>
          </a:prstGeom>
          <a:solidFill>
            <a:srgbClr val="99336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301752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储侧：规模化、多元化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828800" y="4297680"/>
            <a:ext cx="8534095" cy="16459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4754880"/>
            <a:ext cx="8534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源网荷储协同运行平台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源侧变革：从化石能源为主到新能源为主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新能源装机快速增长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分布式电源大规模接入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传统电源转型（灵活性改造）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多能互补系统建设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网侧变革：从单向输送到智能柔性枢纽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输配电网智能化升级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微电网与主动配电网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电力电子设备广泛应用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电网调控模式创新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荷侧变革：从被动消费到主动参与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需求响应常态化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柔性负荷比例提升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用户从消费者变为产销者（Prosumer）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多元负荷聚合管理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储侧变革：从辅助角色到核心调节资源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储能规模化发展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电化学储能成本持续下降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多种储能技术路线并行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储充一体化应用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源网荷储协同机制创新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协同运行平台建设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市场交易机制完善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价格信号引导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责任主体多元化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典型实践案例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77295" cy="1463040"/>
          </a:xfrm>
          <a:prstGeom prst="roundRect">
            <a:avLst/>
          </a:prstGeom>
          <a:solidFill>
            <a:srgbClr val="E6F2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源网荷储一体化示范项目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多个国家级源网荷储一体化示范项目落地，推动多能互补与协同运行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11277295" cy="1463040"/>
          </a:xfrm>
          <a:prstGeom prst="roundRect">
            <a:avLst/>
          </a:prstGeom>
          <a:solidFill>
            <a:srgbClr val="E6FFE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微电网应用场景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工业园区、商业区、社区等多种微电网场景，提升供电可靠性与新能源消纳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计量在新型电力系统中的新定位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77295" cy="1097280"/>
          </a:xfrm>
          <a:prstGeom prst="round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从单一计量向多元服务转型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5394960" cy="1645920"/>
          </a:xfrm>
          <a:prstGeom prst="rect">
            <a:avLst/>
          </a:prstGeom>
          <a:solidFill>
            <a:srgbClr val="E6F2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1089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支撑电力系统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安全稳定运行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309360" y="2651760"/>
            <a:ext cx="5394960" cy="1645920"/>
          </a:xfrm>
          <a:prstGeom prst="rect">
            <a:avLst/>
          </a:prstGeom>
          <a:solidFill>
            <a:srgbClr val="E6FFE6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31089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促进新能源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消纳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83280" y="4480560"/>
            <a:ext cx="5394960" cy="1554480"/>
          </a:xfrm>
          <a:prstGeom prst="rect">
            <a:avLst/>
          </a:prstGeom>
          <a:solidFill>
            <a:srgbClr val="FFF0E6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49377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赋能电力市场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CC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负荷管理：从被动响应到主动管理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负荷管理新目标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保供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消纳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技术支撑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智能电表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新一代用电信息采集系统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响应模式与实践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分时电价、需求响应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多省市已开展用户侧响应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虚拟电厂：计量为核心的聚合平台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虚拟电厂概念与价值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借助信息化通信技术和软件系统实现分布式发电、可控负荷和储能系统等能源资源的有效聚合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计量技术支撑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海量数据采集与聚合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协调控制技术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信息通信技术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智能算法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5394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电力保供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新能源消纳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市场交易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采集时效提升：从日级到实时级</a:t>
            </a:r>
            <a:endParaRPr lang="en-US" sz="3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7295" cy="1828800"/>
        </p:xfrm>
        <a:graphic>
          <a:graphicData uri="http://schemas.openxmlformats.org/drawingml/2006/table">
            <a:tbl>
              <a:tblPr/>
              <a:tblGrid>
                <a:gridCol w="5638648"/>
                <a:gridCol w="5638648"/>
              </a:tblGrid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发展阶段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采集时效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传统采集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日冻结、小时级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新型要求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分钟级、秒级采集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291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31520" y="374904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新一代载波技术：支持500块电表数据1分钟内完成抄读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新一代用电信息采集系统（采集2.0）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案例：国网昌吉供电公司实现采集2.0全量数据接入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采集精度适应：从通用到场景化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不同场景的精度需求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新能源发电计量精度提升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充电桩计量精度要求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谐波、不平衡等复杂工况下的计量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最新进展：市场监管总局推动攻克精准计量关键技术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柔性采集：从固定周期到动态调整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柔性采集概念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按需采集策略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从单一计量采集向多业务全场景覆盖转型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同步处理窃电检测、能耗分析等附加功能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技术支撑：智能电表、边缘计算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计量溯源体系创新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适应新型电力系统的计量溯源体系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融合数据采集技术、物联网技术、人工智能技术的计量设备状态在线监测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智慧监管模式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案例：全兼容柔性检定流水线投运，推动计量检定技术发展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计量数字化转型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采集系统升级（采集2.0）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大数据分析应用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AI赋能计量运维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计量数据价值挖掘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关键技术支撑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新一代通信技术（宽带载波、5G）</a:t>
            </a:r>
            <a:endParaRPr lang="en-US" sz="24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物联网技术</a:t>
            </a:r>
            <a:endParaRPr lang="en-US" sz="24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边缘计算与云计算</a:t>
            </a:r>
            <a:endParaRPr lang="en-US" sz="24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人工智能技术</a:t>
            </a:r>
            <a:endParaRPr lang="en-US" sz="24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区块链技术（交易溯源）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政策与标准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计量相关政策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技术标准体系建设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检测认证体系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市场监管创新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挑战与展望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394960" cy="438912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面临挑战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技术挑战：高比例新能源接入下的计量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管理挑战：海量设备运维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市场挑战：电力市场下的计量服务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394960" cy="4389120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0" y="201168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泛在感知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智能互联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价值创造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总结与致谢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2103120"/>
            <a:ext cx="10362895" cy="27432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560320"/>
            <a:ext cx="944849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新型电力系统前景广阔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计量技术创新是关键支撑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携手共进，助力双碳目标！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12064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Power Grid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Power System Construction and Measurement Technology Development</dc:title>
  <dc:subject>New Power System Training</dc:subject>
  <dc:creator>Power Grid Training</dc:creator>
  <cp:lastModifiedBy>Power Grid Training</cp:lastModifiedBy>
  <cp:revision>1</cp:revision>
  <dcterms:created xsi:type="dcterms:W3CDTF">2026-05-14T03:37:38Z</dcterms:created>
  <dcterms:modified xsi:type="dcterms:W3CDTF">2026-05-14T03:37:38Z</dcterms:modified>
</cp:coreProperties>
</file>