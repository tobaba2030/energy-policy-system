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新型电力系统建设与计量技术发展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源网荷储协同 · 智能柔性计量 · 助力双碳目标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电网领域培训材料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第一部分：新型电力系统的概念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第二部分：新型电力系统的特征与表现形式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第三部分：源网荷储各环节的变革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第四部分：计量领域的创新与应用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新型电力系统的定义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E6F2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以高比例新能源供给消纳为主线任务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源网荷储多向协同、灵活互动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以坚强、智能、柔性电网为枢纽平台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技术创新和体制机制创新为基础保障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新型能源体系的核心组成与碳中和关键支撑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Power Grid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Power System Construction and Measurement Technology Development</dc:title>
  <dc:subject>New Power System Training</dc:subject>
  <dc:creator>Power Grid Training</dc:creator>
  <cp:lastModifiedBy>Power Grid Training</cp:lastModifiedBy>
  <cp:revision>1</cp:revision>
  <dcterms:created xsi:type="dcterms:W3CDTF">2026-05-14T03:33:11Z</dcterms:created>
  <dcterms:modified xsi:type="dcterms:W3CDTF">2026-05-14T03:33:11Z</dcterms:modified>
</cp:coreProperties>
</file>